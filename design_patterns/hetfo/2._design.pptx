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  <p:sldMasterId id="2147483658" r:id="rId2"/>
  </p:sldMasterIdLst>
  <p:notesMasterIdLst>
    <p:notesMasterId r:id="rId19"/>
  </p:notesMasterIdLst>
  <p:sldIdLst>
    <p:sldId id="256" r:id="rId3"/>
    <p:sldId id="288" r:id="rId4"/>
    <p:sldId id="314" r:id="rId5"/>
    <p:sldId id="319" r:id="rId6"/>
    <p:sldId id="311" r:id="rId7"/>
    <p:sldId id="313" r:id="rId8"/>
    <p:sldId id="320" r:id="rId9"/>
    <p:sldId id="312" r:id="rId10"/>
    <p:sldId id="315" r:id="rId11"/>
    <p:sldId id="318" r:id="rId12"/>
    <p:sldId id="316" r:id="rId13"/>
    <p:sldId id="322" r:id="rId14"/>
    <p:sldId id="323" r:id="rId15"/>
    <p:sldId id="321" r:id="rId16"/>
    <p:sldId id="317" r:id="rId17"/>
    <p:sldId id="261" r:id="rId18"/>
  </p:sldIdLst>
  <p:sldSz cx="9144000" cy="6858000" type="screen4x3"/>
  <p:notesSz cx="6858000" cy="9144000"/>
  <p:embeddedFontLst>
    <p:embeddedFont>
      <p:font typeface="Cousine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249E27-505F-40D2-89EE-0C5FD04171C9}">
  <a:tblStyle styleId="{0D249E27-505F-40D2-89EE-0C5FD04171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567" autoAdjust="0"/>
  </p:normalViewPr>
  <p:slideViewPr>
    <p:cSldViewPr snapToGrid="0">
      <p:cViewPr varScale="1">
        <p:scale>
          <a:sx n="72" d="100"/>
          <a:sy n="72" d="100"/>
        </p:scale>
        <p:origin x="17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362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2652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2795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9694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440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4845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5065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67692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8169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6012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5507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1631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31736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58243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 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14400" y="4279286"/>
            <a:ext cx="7212600" cy="1546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 rot="5400000">
            <a:off x="4511746" y="2218169"/>
            <a:ext cx="123450" cy="7106862"/>
          </a:xfrm>
          <a:custGeom>
            <a:avLst/>
            <a:gdLst/>
            <a:ahLst/>
            <a:cxnLst/>
            <a:rect l="l" t="t" r="r" b="b"/>
            <a:pathLst>
              <a:path w="4938" h="91029" extrusionOk="0">
                <a:moveTo>
                  <a:pt x="0" y="0"/>
                </a:moveTo>
                <a:lnTo>
                  <a:pt x="4938" y="0"/>
                </a:lnTo>
                <a:lnTo>
                  <a:pt x="4938" y="91029"/>
                </a:lnTo>
                <a:lnTo>
                  <a:pt x="0" y="91029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med" len="med"/>
            <a:tailEnd type="none" w="med" len="med"/>
          </a:ln>
        </p:spPr>
      </p:sp>
      <p:sp>
        <p:nvSpPr>
          <p:cNvPr id="14" name="Google Shape;14;p2"/>
          <p:cNvSpPr/>
          <p:nvPr/>
        </p:nvSpPr>
        <p:spPr>
          <a:xfrm rot="10800000">
            <a:off x="671075" y="4860025"/>
            <a:ext cx="1326900" cy="1326900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rgbClr val="FFFFFF"/>
            </a:solidFill>
            <a:prstDash val="dash"/>
            <a:round/>
            <a:headEnd type="triangl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" name="Google Shape;15;p2"/>
          <p:cNvCxnSpPr/>
          <p:nvPr/>
        </p:nvCxnSpPr>
        <p:spPr>
          <a:xfrm>
            <a:off x="8365300" y="3066475"/>
            <a:ext cx="0" cy="27669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sm" len="sm"/>
            <a:tailEnd type="triangle" w="sm" len="sm"/>
          </a:ln>
        </p:spPr>
      </p:cxnSp>
      <p:sp>
        <p:nvSpPr>
          <p:cNvPr id="16" name="Google Shape;16;p2"/>
          <p:cNvSpPr/>
          <p:nvPr/>
        </p:nvSpPr>
        <p:spPr>
          <a:xfrm rot="-5400000">
            <a:off x="4510271" y="-439081"/>
            <a:ext cx="123450" cy="7106862"/>
          </a:xfrm>
          <a:custGeom>
            <a:avLst/>
            <a:gdLst/>
            <a:ahLst/>
            <a:cxnLst/>
            <a:rect l="l" t="t" r="r" b="b"/>
            <a:pathLst>
              <a:path w="4938" h="91029" extrusionOk="0">
                <a:moveTo>
                  <a:pt x="0" y="0"/>
                </a:moveTo>
                <a:lnTo>
                  <a:pt x="4938" y="0"/>
                </a:lnTo>
                <a:lnTo>
                  <a:pt x="4938" y="91029"/>
                </a:lnTo>
                <a:lnTo>
                  <a:pt x="0" y="91029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dashDot"/>
            <a:miter lim="8000"/>
            <a:headEnd type="none" w="med" len="med"/>
            <a:tailEnd type="none" w="med" len="med"/>
          </a:ln>
        </p:spPr>
      </p:sp>
      <p:sp>
        <p:nvSpPr>
          <p:cNvPr id="17" name="Google Shape;17;p2"/>
          <p:cNvSpPr/>
          <p:nvPr/>
        </p:nvSpPr>
        <p:spPr>
          <a:xfrm>
            <a:off x="7039675" y="2497866"/>
            <a:ext cx="1714200" cy="1714200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rgbClr val="FFFFFF"/>
            </a:solidFill>
            <a:prstDash val="dash"/>
            <a:round/>
            <a:headEnd type="triangl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404330" y="658442"/>
            <a:ext cx="8229600" cy="551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43225" y="1500000"/>
            <a:ext cx="8290800" cy="4851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14400" y="4279286"/>
            <a:ext cx="7212600" cy="1546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 rot="5400000">
            <a:off x="4511746" y="2218169"/>
            <a:ext cx="123450" cy="7106862"/>
          </a:xfrm>
          <a:custGeom>
            <a:avLst/>
            <a:gdLst/>
            <a:ahLst/>
            <a:cxnLst/>
            <a:rect l="l" t="t" r="r" b="b"/>
            <a:pathLst>
              <a:path w="4938" h="91029" extrusionOk="0">
                <a:moveTo>
                  <a:pt x="0" y="0"/>
                </a:moveTo>
                <a:lnTo>
                  <a:pt x="4938" y="0"/>
                </a:lnTo>
                <a:lnTo>
                  <a:pt x="4938" y="91029"/>
                </a:lnTo>
                <a:lnTo>
                  <a:pt x="0" y="91029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med" len="med"/>
            <a:tailEnd type="none" w="med" len="med"/>
          </a:ln>
        </p:spPr>
      </p:sp>
      <p:sp>
        <p:nvSpPr>
          <p:cNvPr id="14" name="Google Shape;14;p2"/>
          <p:cNvSpPr/>
          <p:nvPr/>
        </p:nvSpPr>
        <p:spPr>
          <a:xfrm rot="10800000">
            <a:off x="671075" y="4860025"/>
            <a:ext cx="1326900" cy="1326900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rgbClr val="FFFFFF"/>
            </a:solidFill>
            <a:prstDash val="dash"/>
            <a:round/>
            <a:headEnd type="triangl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" name="Google Shape;15;p2"/>
          <p:cNvCxnSpPr/>
          <p:nvPr/>
        </p:nvCxnSpPr>
        <p:spPr>
          <a:xfrm>
            <a:off x="8365300" y="3066475"/>
            <a:ext cx="0" cy="27669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sm" len="sm"/>
            <a:tailEnd type="triangle" w="sm" len="sm"/>
          </a:ln>
        </p:spPr>
      </p:cxnSp>
      <p:sp>
        <p:nvSpPr>
          <p:cNvPr id="16" name="Google Shape;16;p2"/>
          <p:cNvSpPr/>
          <p:nvPr/>
        </p:nvSpPr>
        <p:spPr>
          <a:xfrm rot="-5400000">
            <a:off x="4510271" y="-439081"/>
            <a:ext cx="123450" cy="7106862"/>
          </a:xfrm>
          <a:custGeom>
            <a:avLst/>
            <a:gdLst/>
            <a:ahLst/>
            <a:cxnLst/>
            <a:rect l="l" t="t" r="r" b="b"/>
            <a:pathLst>
              <a:path w="4938" h="91029" extrusionOk="0">
                <a:moveTo>
                  <a:pt x="0" y="0"/>
                </a:moveTo>
                <a:lnTo>
                  <a:pt x="4938" y="0"/>
                </a:lnTo>
                <a:lnTo>
                  <a:pt x="4938" y="91029"/>
                </a:lnTo>
                <a:lnTo>
                  <a:pt x="0" y="91029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dashDot"/>
            <a:miter lim="8000"/>
            <a:headEnd type="none" w="med" len="med"/>
            <a:tailEnd type="none" w="med" len="med"/>
          </a:ln>
        </p:spPr>
      </p:sp>
      <p:sp>
        <p:nvSpPr>
          <p:cNvPr id="17" name="Google Shape;17;p2"/>
          <p:cNvSpPr/>
          <p:nvPr/>
        </p:nvSpPr>
        <p:spPr>
          <a:xfrm>
            <a:off x="7039675" y="2497866"/>
            <a:ext cx="1714200" cy="1714200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rgbClr val="FFFFFF"/>
            </a:solidFill>
            <a:prstDash val="dash"/>
            <a:round/>
            <a:headEnd type="triangl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6027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 rot="5400000">
            <a:off x="4511746" y="450463"/>
            <a:ext cx="123450" cy="7106862"/>
          </a:xfrm>
          <a:custGeom>
            <a:avLst/>
            <a:gdLst/>
            <a:ahLst/>
            <a:cxnLst/>
            <a:rect l="l" t="t" r="r" b="b"/>
            <a:pathLst>
              <a:path w="4938" h="91029" extrusionOk="0">
                <a:moveTo>
                  <a:pt x="0" y="0"/>
                </a:moveTo>
                <a:lnTo>
                  <a:pt x="4938" y="0"/>
                </a:lnTo>
                <a:lnTo>
                  <a:pt x="4938" y="91029"/>
                </a:lnTo>
                <a:lnTo>
                  <a:pt x="0" y="91029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med" len="med"/>
            <a:tailEnd type="none" w="med" len="med"/>
          </a:ln>
        </p:spPr>
      </p:sp>
      <p:sp>
        <p:nvSpPr>
          <p:cNvPr id="20" name="Google Shape;20;p3"/>
          <p:cNvSpPr/>
          <p:nvPr/>
        </p:nvSpPr>
        <p:spPr>
          <a:xfrm rot="-5400000">
            <a:off x="663525" y="1362719"/>
            <a:ext cx="1326900" cy="1326900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rgbClr val="FFFFFF"/>
            </a:solidFill>
            <a:prstDash val="dash"/>
            <a:round/>
            <a:headEnd type="triangl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8365300" y="1793734"/>
            <a:ext cx="0" cy="22623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sm" len="sm"/>
            <a:tailEnd type="triangle" w="sm" len="sm"/>
          </a:ln>
        </p:spPr>
      </p:cxnSp>
      <p:sp>
        <p:nvSpPr>
          <p:cNvPr id="22" name="Google Shape;22;p3"/>
          <p:cNvSpPr/>
          <p:nvPr/>
        </p:nvSpPr>
        <p:spPr>
          <a:xfrm rot="-5400000">
            <a:off x="4510271" y="-1711822"/>
            <a:ext cx="123450" cy="7106862"/>
          </a:xfrm>
          <a:custGeom>
            <a:avLst/>
            <a:gdLst/>
            <a:ahLst/>
            <a:cxnLst/>
            <a:rect l="l" t="t" r="r" b="b"/>
            <a:pathLst>
              <a:path w="4938" h="91029" extrusionOk="0">
                <a:moveTo>
                  <a:pt x="0" y="0"/>
                </a:moveTo>
                <a:lnTo>
                  <a:pt x="4938" y="0"/>
                </a:lnTo>
                <a:lnTo>
                  <a:pt x="4938" y="91029"/>
                </a:lnTo>
                <a:lnTo>
                  <a:pt x="0" y="91029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dashDot"/>
            <a:miter lim="8000"/>
            <a:headEnd type="none" w="med" len="med"/>
            <a:tailEnd type="none" w="med" len="med"/>
          </a:ln>
        </p:spPr>
      </p:sp>
      <p:sp>
        <p:nvSpPr>
          <p:cNvPr id="23" name="Google Shape;23;p3"/>
          <p:cNvSpPr/>
          <p:nvPr/>
        </p:nvSpPr>
        <p:spPr>
          <a:xfrm rot="5400000">
            <a:off x="6661378" y="3883740"/>
            <a:ext cx="1714200" cy="1714200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rgbClr val="FFFFFF"/>
            </a:solidFill>
            <a:prstDash val="dash"/>
            <a:round/>
            <a:headEnd type="triangl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ctrTitle"/>
          </p:nvPr>
        </p:nvSpPr>
        <p:spPr>
          <a:xfrm>
            <a:off x="921200" y="2012275"/>
            <a:ext cx="7205700" cy="1546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4698564" y="4145091"/>
            <a:ext cx="35424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4857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1413600" y="3187200"/>
            <a:ext cx="63168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2400" b="1"/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 b="1"/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b="1"/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 b="1"/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 b="1"/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 b="1"/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 b="1"/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 b="1"/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 b="1"/>
            </a:lvl9pPr>
          </a:lstStyle>
          <a:p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3770056" y="1437725"/>
            <a:ext cx="1580939" cy="1544725"/>
            <a:chOff x="3754950" y="1132925"/>
            <a:chExt cx="1580939" cy="1544725"/>
          </a:xfrm>
        </p:grpSpPr>
        <p:sp>
          <p:nvSpPr>
            <p:cNvPr id="30" name="Google Shape;30;p4"/>
            <p:cNvSpPr/>
            <p:nvPr/>
          </p:nvSpPr>
          <p:spPr>
            <a:xfrm>
              <a:off x="3907350" y="1285321"/>
              <a:ext cx="1329300" cy="13293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3754950" y="1132925"/>
              <a:ext cx="1480500" cy="14805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triangl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2" name="Google Shape;32;p4"/>
            <p:cNvCxnSpPr>
              <a:endCxn id="30" idx="1"/>
            </p:cNvCxnSpPr>
            <p:nvPr/>
          </p:nvCxnSpPr>
          <p:spPr>
            <a:xfrm>
              <a:off x="3890221" y="1268193"/>
              <a:ext cx="211800" cy="2118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4"/>
            <p:cNvCxnSpPr/>
            <p:nvPr/>
          </p:nvCxnSpPr>
          <p:spPr>
            <a:xfrm>
              <a:off x="5335889" y="1276425"/>
              <a:ext cx="0" cy="1393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triangle" w="sm" len="sm"/>
              <a:tailEnd type="triangle" w="sm" len="sm"/>
            </a:ln>
          </p:spPr>
        </p:cxnSp>
        <p:sp>
          <p:nvSpPr>
            <p:cNvPr id="34" name="Google Shape;34;p4"/>
            <p:cNvSpPr/>
            <p:nvPr/>
          </p:nvSpPr>
          <p:spPr>
            <a:xfrm>
              <a:off x="4222975" y="1683233"/>
              <a:ext cx="698050" cy="549925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1" i="0">
                  <a:ln w="19050" cap="flat" cmpd="sng">
                    <a:solidFill>
                      <a:srgbClr val="FFFF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Arial"/>
                </a:rPr>
                <a:t>“</a:t>
              </a:r>
            </a:p>
          </p:txBody>
        </p:sp>
        <p:cxnSp>
          <p:nvCxnSpPr>
            <p:cNvPr id="35" name="Google Shape;35;p4"/>
            <p:cNvCxnSpPr>
              <a:stCxn id="30" idx="5"/>
            </p:cNvCxnSpPr>
            <p:nvPr/>
          </p:nvCxnSpPr>
          <p:spPr>
            <a:xfrm>
              <a:off x="5041979" y="2419950"/>
              <a:ext cx="253800" cy="2577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4"/>
            <p:cNvCxnSpPr/>
            <p:nvPr/>
          </p:nvCxnSpPr>
          <p:spPr>
            <a:xfrm>
              <a:off x="4244700" y="1591869"/>
              <a:ext cx="6546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triangle" w="sm" len="sm"/>
              <a:tailEnd type="triangle" w="sm" len="sm"/>
            </a:ln>
          </p:spPr>
        </p:cxnSp>
      </p:grp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1377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404330" y="658442"/>
            <a:ext cx="8229600" cy="551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43225" y="1500000"/>
            <a:ext cx="8290800" cy="4851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832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404330" y="658442"/>
            <a:ext cx="8229600" cy="551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457200" y="1645524"/>
            <a:ext cx="2631900" cy="4464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2"/>
          </p:nvPr>
        </p:nvSpPr>
        <p:spPr>
          <a:xfrm>
            <a:off x="3223964" y="1645524"/>
            <a:ext cx="2631900" cy="4464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3"/>
          </p:nvPr>
        </p:nvSpPr>
        <p:spPr>
          <a:xfrm>
            <a:off x="5990727" y="1645524"/>
            <a:ext cx="2631900" cy="4464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2650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5809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3D85C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blueprint.png"/>
          <p:cNvPicPr preferRelativeResize="0"/>
          <p:nvPr/>
        </p:nvPicPr>
        <p:blipFill rotWithShape="1">
          <a:blip r:embed="rId4">
            <a:alphaModFix/>
          </a:blip>
          <a:srcRect r="3297" b="3297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128400" y="128397"/>
            <a:ext cx="8889600" cy="6593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404330" y="658442"/>
            <a:ext cx="8229600" cy="5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500000"/>
            <a:ext cx="8229600" cy="48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usine"/>
              <a:buChar char="▪"/>
              <a:defRPr sz="3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sine"/>
              <a:buChar char="▫"/>
              <a:defRPr sz="24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sine"/>
              <a:buChar char="■"/>
              <a:defRPr sz="24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●"/>
              <a:defRPr sz="18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○"/>
              <a:defRPr sz="18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■"/>
              <a:defRPr sz="18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●"/>
              <a:defRPr sz="18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○"/>
              <a:defRPr sz="18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■"/>
              <a:defRPr sz="18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1pPr>
            <a:lvl2pPr lvl="1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2pPr>
            <a:lvl3pPr lvl="2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3pPr>
            <a:lvl4pPr lvl="3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4pPr>
            <a:lvl5pPr lvl="4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5pPr>
            <a:lvl6pPr lvl="5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6pPr>
            <a:lvl7pPr lvl="6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7pPr>
            <a:lvl8pPr lvl="7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8pPr>
            <a:lvl9pPr lvl="8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85C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blueprint.png"/>
          <p:cNvPicPr preferRelativeResize="0"/>
          <p:nvPr/>
        </p:nvPicPr>
        <p:blipFill rotWithShape="1">
          <a:blip r:embed="rId8">
            <a:alphaModFix/>
          </a:blip>
          <a:srcRect r="3297" b="3297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128400" y="128397"/>
            <a:ext cx="8889600" cy="6593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404330" y="658442"/>
            <a:ext cx="8229600" cy="5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sine"/>
              <a:buNone/>
              <a:defRPr sz="22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500000"/>
            <a:ext cx="8229600" cy="48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usine"/>
              <a:buChar char="▪"/>
              <a:defRPr sz="3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sine"/>
              <a:buChar char="▫"/>
              <a:defRPr sz="24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sine"/>
              <a:buChar char="■"/>
              <a:defRPr sz="24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●"/>
              <a:defRPr sz="18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○"/>
              <a:defRPr sz="18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■"/>
              <a:defRPr sz="18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●"/>
              <a:defRPr sz="18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○"/>
              <a:defRPr sz="18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■"/>
              <a:defRPr sz="18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1pPr>
            <a:lvl2pPr lvl="1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2pPr>
            <a:lvl3pPr lvl="2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3pPr>
            <a:lvl4pPr lvl="3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4pPr>
            <a:lvl5pPr lvl="4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5pPr>
            <a:lvl6pPr lvl="5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6pPr>
            <a:lvl7pPr lvl="6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7pPr>
            <a:lvl8pPr lvl="7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8pPr>
            <a:lvl9pPr lvl="8" algn="r">
              <a:buNone/>
              <a:defRPr sz="10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44431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4" r:id="rId5"/>
    <p:sldLayoutId id="2147483665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elonsoftware.com/2009/09/23/the-duct-tape-programmer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ctrTitle"/>
          </p:nvPr>
        </p:nvSpPr>
        <p:spPr>
          <a:xfrm>
            <a:off x="914400" y="4279286"/>
            <a:ext cx="7212600" cy="15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PROGRAMTERVEZÉSI MINTÁK: </a:t>
            </a:r>
            <a:r>
              <a:rPr lang="en-US" sz="4400" dirty="0"/>
              <a:t>OO TERV</a:t>
            </a:r>
            <a:r>
              <a:rPr lang="hu-HU" sz="4400" dirty="0"/>
              <a:t>EZÉS</a:t>
            </a:r>
            <a:endParaRPr dirty="0"/>
          </a:p>
        </p:txBody>
      </p:sp>
      <p:sp>
        <p:nvSpPr>
          <p:cNvPr id="3" name="Google Shape;327;p34">
            <a:extLst>
              <a:ext uri="{FF2B5EF4-FFF2-40B4-BE49-F238E27FC236}">
                <a16:creationId xmlns:a16="http://schemas.microsoft.com/office/drawing/2014/main" id="{5F1C20C0-A912-4AC7-A30E-B3A63D502206}"/>
              </a:ext>
            </a:extLst>
          </p:cNvPr>
          <p:cNvSpPr txBox="1">
            <a:spLocks/>
          </p:cNvSpPr>
          <p:nvPr/>
        </p:nvSpPr>
        <p:spPr>
          <a:xfrm>
            <a:off x="5679463" y="5825786"/>
            <a:ext cx="2700966" cy="80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usine"/>
              <a:buChar char="▪"/>
              <a:defRPr sz="3000" b="0" i="0" u="none" strike="noStrike" cap="none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sine"/>
              <a:buChar char="▫"/>
              <a:defRPr sz="2400" b="0" i="0" u="none" strike="noStrike" cap="none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sine"/>
              <a:buChar char="■"/>
              <a:defRPr sz="2400" b="0" i="0" u="none" strike="noStrike" cap="none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●"/>
              <a:defRPr sz="1800" b="0" i="0" u="none" strike="noStrike" cap="none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○"/>
              <a:defRPr sz="1800" b="0" i="0" u="none" strike="noStrike" cap="none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■"/>
              <a:defRPr sz="1800" b="0" i="0" u="none" strike="noStrike" cap="none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●"/>
              <a:defRPr sz="1800" b="0" i="0" u="none" strike="noStrike" cap="none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○"/>
              <a:defRPr sz="1800" b="0" i="0" u="none" strike="noStrike" cap="none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sine"/>
              <a:buChar char="■"/>
              <a:defRPr sz="1800" b="0" i="0" u="none" strike="noStrike" cap="none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defRPr>
            </a:lvl9pPr>
          </a:lstStyle>
          <a:p>
            <a:pPr marL="0" indent="0">
              <a:buFont typeface="Cousine"/>
              <a:buNone/>
            </a:pPr>
            <a:r>
              <a:rPr lang="hu-HU" sz="1800" dirty="0"/>
              <a:t>Németh Gábor</a:t>
            </a:r>
          </a:p>
          <a:p>
            <a:pPr marL="0" indent="0">
              <a:buFont typeface="Cousine"/>
              <a:buNone/>
            </a:pPr>
            <a:r>
              <a:rPr lang="hu-HU" sz="1800" dirty="0"/>
              <a:t>2019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ctrTitle" idx="4294967295"/>
          </p:nvPr>
        </p:nvSpPr>
        <p:spPr>
          <a:xfrm>
            <a:off x="685800" y="3748953"/>
            <a:ext cx="7772400" cy="10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 b="1" dirty="0"/>
              <a:t>DEMETER TÖRVÉNYE</a:t>
            </a:r>
            <a:endParaRPr sz="3600" b="1" dirty="0"/>
          </a:p>
        </p:txBody>
      </p:sp>
      <p:grpSp>
        <p:nvGrpSpPr>
          <p:cNvPr id="118" name="Google Shape;118;p17"/>
          <p:cNvGrpSpPr/>
          <p:nvPr/>
        </p:nvGrpSpPr>
        <p:grpSpPr>
          <a:xfrm>
            <a:off x="3030219" y="756050"/>
            <a:ext cx="2931161" cy="2815726"/>
            <a:chOff x="3075562" y="756050"/>
            <a:chExt cx="2931161" cy="2815726"/>
          </a:xfrm>
        </p:grpSpPr>
        <p:sp>
          <p:nvSpPr>
            <p:cNvPr id="119" name="Google Shape;119;p17"/>
            <p:cNvSpPr/>
            <p:nvPr/>
          </p:nvSpPr>
          <p:spPr>
            <a:xfrm>
              <a:off x="3950843" y="1762696"/>
              <a:ext cx="1326900" cy="1326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3472643" y="1284496"/>
              <a:ext cx="2283300" cy="22833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5883273" y="1280600"/>
              <a:ext cx="123450" cy="2275725"/>
            </a:xfrm>
            <a:custGeom>
              <a:avLst/>
              <a:gdLst/>
              <a:ahLst/>
              <a:cxnLst/>
              <a:rect l="l" t="t" r="r" b="b"/>
              <a:pathLst>
                <a:path w="4938" h="91029" extrusionOk="0">
                  <a:moveTo>
                    <a:pt x="0" y="0"/>
                  </a:moveTo>
                  <a:lnTo>
                    <a:pt x="4938" y="0"/>
                  </a:lnTo>
                  <a:lnTo>
                    <a:pt x="4938" y="91029"/>
                  </a:lnTo>
                  <a:lnTo>
                    <a:pt x="0" y="91029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"/>
              <a:headEnd type="none" w="med" len="med"/>
              <a:tailEnd type="none" w="med" len="med"/>
            </a:ln>
          </p:spPr>
        </p:sp>
        <p:sp>
          <p:nvSpPr>
            <p:cNvPr id="122" name="Google Shape;122;p17"/>
            <p:cNvSpPr/>
            <p:nvPr/>
          </p:nvSpPr>
          <p:spPr>
            <a:xfrm rot="-5400000">
              <a:off x="4546838" y="-55875"/>
              <a:ext cx="123450" cy="2275725"/>
            </a:xfrm>
            <a:custGeom>
              <a:avLst/>
              <a:gdLst/>
              <a:ahLst/>
              <a:cxnLst/>
              <a:rect l="l" t="t" r="r" b="b"/>
              <a:pathLst>
                <a:path w="4938" h="91029" extrusionOk="0">
                  <a:moveTo>
                    <a:pt x="0" y="0"/>
                  </a:moveTo>
                  <a:lnTo>
                    <a:pt x="4938" y="0"/>
                  </a:lnTo>
                  <a:lnTo>
                    <a:pt x="4938" y="91029"/>
                  </a:lnTo>
                  <a:lnTo>
                    <a:pt x="0" y="91029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"/>
              <a:headEnd type="none" w="med" len="med"/>
              <a:tailEnd type="none" w="med" len="med"/>
            </a:ln>
          </p:spPr>
        </p:sp>
        <p:sp>
          <p:nvSpPr>
            <p:cNvPr id="123" name="Google Shape;123;p17"/>
            <p:cNvSpPr/>
            <p:nvPr/>
          </p:nvSpPr>
          <p:spPr>
            <a:xfrm rot="-5400000">
              <a:off x="3075562" y="756050"/>
              <a:ext cx="1326900" cy="13269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triangl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24" name="Google Shape;124;p17"/>
            <p:cNvCxnSpPr/>
            <p:nvPr/>
          </p:nvCxnSpPr>
          <p:spPr>
            <a:xfrm>
              <a:off x="3480293" y="1292146"/>
              <a:ext cx="2268000" cy="22680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5" name="Google Shape;125;p17"/>
            <p:cNvCxnSpPr>
              <a:endCxn id="119" idx="7"/>
            </p:cNvCxnSpPr>
            <p:nvPr/>
          </p:nvCxnSpPr>
          <p:spPr>
            <a:xfrm flipH="1">
              <a:off x="5083423" y="1280516"/>
              <a:ext cx="676500" cy="676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6" name="Google Shape;126;p17"/>
            <p:cNvCxnSpPr/>
            <p:nvPr/>
          </p:nvCxnSpPr>
          <p:spPr>
            <a:xfrm>
              <a:off x="3345288" y="1288325"/>
              <a:ext cx="0" cy="22833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triangle" w="sm" len="sm"/>
              <a:tailEnd type="triangle" w="sm" len="sm"/>
            </a:ln>
          </p:spPr>
        </p:cxnSp>
        <p:cxnSp>
          <p:nvCxnSpPr>
            <p:cNvPr id="127" name="Google Shape;127;p17"/>
            <p:cNvCxnSpPr>
              <a:stCxn id="119" idx="3"/>
            </p:cNvCxnSpPr>
            <p:nvPr/>
          </p:nvCxnSpPr>
          <p:spPr>
            <a:xfrm flipH="1">
              <a:off x="3468663" y="2895276"/>
              <a:ext cx="676500" cy="676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28" name="Google Shape;128;p17"/>
          <p:cNvSpPr/>
          <p:nvPr/>
        </p:nvSpPr>
        <p:spPr>
          <a:xfrm>
            <a:off x="4177025" y="1997048"/>
            <a:ext cx="789947" cy="797788"/>
          </a:xfrm>
          <a:custGeom>
            <a:avLst/>
            <a:gdLst/>
            <a:ahLst/>
            <a:cxnLst/>
            <a:rect l="l" t="t" r="r" b="b"/>
            <a:pathLst>
              <a:path w="17228" h="17399" extrusionOk="0">
                <a:moveTo>
                  <a:pt x="14162" y="439"/>
                </a:moveTo>
                <a:lnTo>
                  <a:pt x="14478" y="512"/>
                </a:lnTo>
                <a:lnTo>
                  <a:pt x="14794" y="609"/>
                </a:lnTo>
                <a:lnTo>
                  <a:pt x="15111" y="755"/>
                </a:lnTo>
                <a:lnTo>
                  <a:pt x="15403" y="925"/>
                </a:lnTo>
                <a:lnTo>
                  <a:pt x="15670" y="1120"/>
                </a:lnTo>
                <a:lnTo>
                  <a:pt x="15914" y="1315"/>
                </a:lnTo>
                <a:lnTo>
                  <a:pt x="16108" y="1534"/>
                </a:lnTo>
                <a:lnTo>
                  <a:pt x="15987" y="1558"/>
                </a:lnTo>
                <a:lnTo>
                  <a:pt x="15889" y="1607"/>
                </a:lnTo>
                <a:lnTo>
                  <a:pt x="15816" y="1655"/>
                </a:lnTo>
                <a:lnTo>
                  <a:pt x="15792" y="1680"/>
                </a:lnTo>
                <a:lnTo>
                  <a:pt x="15768" y="1728"/>
                </a:lnTo>
                <a:lnTo>
                  <a:pt x="15768" y="1777"/>
                </a:lnTo>
                <a:lnTo>
                  <a:pt x="15792" y="1826"/>
                </a:lnTo>
                <a:lnTo>
                  <a:pt x="15865" y="1850"/>
                </a:lnTo>
                <a:lnTo>
                  <a:pt x="15938" y="1874"/>
                </a:lnTo>
                <a:lnTo>
                  <a:pt x="16230" y="1874"/>
                </a:lnTo>
                <a:lnTo>
                  <a:pt x="16352" y="1850"/>
                </a:lnTo>
                <a:lnTo>
                  <a:pt x="16546" y="2166"/>
                </a:lnTo>
                <a:lnTo>
                  <a:pt x="16254" y="2142"/>
                </a:lnTo>
                <a:lnTo>
                  <a:pt x="16011" y="2142"/>
                </a:lnTo>
                <a:lnTo>
                  <a:pt x="15987" y="2166"/>
                </a:lnTo>
                <a:lnTo>
                  <a:pt x="15987" y="2191"/>
                </a:lnTo>
                <a:lnTo>
                  <a:pt x="16133" y="2312"/>
                </a:lnTo>
                <a:lnTo>
                  <a:pt x="16303" y="2410"/>
                </a:lnTo>
                <a:lnTo>
                  <a:pt x="16473" y="2458"/>
                </a:lnTo>
                <a:lnTo>
                  <a:pt x="16668" y="2507"/>
                </a:lnTo>
                <a:lnTo>
                  <a:pt x="16717" y="2750"/>
                </a:lnTo>
                <a:lnTo>
                  <a:pt x="16741" y="2994"/>
                </a:lnTo>
                <a:lnTo>
                  <a:pt x="16522" y="2872"/>
                </a:lnTo>
                <a:lnTo>
                  <a:pt x="16352" y="2799"/>
                </a:lnTo>
                <a:lnTo>
                  <a:pt x="16181" y="2702"/>
                </a:lnTo>
                <a:lnTo>
                  <a:pt x="16011" y="2653"/>
                </a:lnTo>
                <a:lnTo>
                  <a:pt x="15792" y="2653"/>
                </a:lnTo>
                <a:lnTo>
                  <a:pt x="15768" y="2677"/>
                </a:lnTo>
                <a:lnTo>
                  <a:pt x="15768" y="2702"/>
                </a:lnTo>
                <a:lnTo>
                  <a:pt x="15768" y="2726"/>
                </a:lnTo>
                <a:lnTo>
                  <a:pt x="15889" y="2872"/>
                </a:lnTo>
                <a:lnTo>
                  <a:pt x="16035" y="2994"/>
                </a:lnTo>
                <a:lnTo>
                  <a:pt x="16327" y="3213"/>
                </a:lnTo>
                <a:lnTo>
                  <a:pt x="16522" y="3334"/>
                </a:lnTo>
                <a:lnTo>
                  <a:pt x="16619" y="3407"/>
                </a:lnTo>
                <a:lnTo>
                  <a:pt x="16717" y="3456"/>
                </a:lnTo>
                <a:lnTo>
                  <a:pt x="16692" y="3651"/>
                </a:lnTo>
                <a:lnTo>
                  <a:pt x="16619" y="3845"/>
                </a:lnTo>
                <a:lnTo>
                  <a:pt x="16400" y="3602"/>
                </a:lnTo>
                <a:lnTo>
                  <a:pt x="16133" y="3407"/>
                </a:lnTo>
                <a:lnTo>
                  <a:pt x="15987" y="3310"/>
                </a:lnTo>
                <a:lnTo>
                  <a:pt x="15841" y="3237"/>
                </a:lnTo>
                <a:lnTo>
                  <a:pt x="15695" y="3188"/>
                </a:lnTo>
                <a:lnTo>
                  <a:pt x="15524" y="3164"/>
                </a:lnTo>
                <a:lnTo>
                  <a:pt x="15476" y="3188"/>
                </a:lnTo>
                <a:lnTo>
                  <a:pt x="15476" y="3213"/>
                </a:lnTo>
                <a:lnTo>
                  <a:pt x="15476" y="3237"/>
                </a:lnTo>
                <a:lnTo>
                  <a:pt x="15500" y="3261"/>
                </a:lnTo>
                <a:lnTo>
                  <a:pt x="15597" y="3359"/>
                </a:lnTo>
                <a:lnTo>
                  <a:pt x="15695" y="3432"/>
                </a:lnTo>
                <a:lnTo>
                  <a:pt x="15987" y="3699"/>
                </a:lnTo>
                <a:lnTo>
                  <a:pt x="16230" y="3918"/>
                </a:lnTo>
                <a:lnTo>
                  <a:pt x="16449" y="4162"/>
                </a:lnTo>
                <a:lnTo>
                  <a:pt x="16473" y="4186"/>
                </a:lnTo>
                <a:lnTo>
                  <a:pt x="16254" y="4526"/>
                </a:lnTo>
                <a:lnTo>
                  <a:pt x="16206" y="4453"/>
                </a:lnTo>
                <a:lnTo>
                  <a:pt x="16133" y="4380"/>
                </a:lnTo>
                <a:lnTo>
                  <a:pt x="15962" y="4259"/>
                </a:lnTo>
                <a:lnTo>
                  <a:pt x="15646" y="4040"/>
                </a:lnTo>
                <a:lnTo>
                  <a:pt x="15403" y="3821"/>
                </a:lnTo>
                <a:lnTo>
                  <a:pt x="15159" y="3626"/>
                </a:lnTo>
                <a:lnTo>
                  <a:pt x="15111" y="3626"/>
                </a:lnTo>
                <a:lnTo>
                  <a:pt x="15062" y="3651"/>
                </a:lnTo>
                <a:lnTo>
                  <a:pt x="15013" y="3724"/>
                </a:lnTo>
                <a:lnTo>
                  <a:pt x="15013" y="3821"/>
                </a:lnTo>
                <a:lnTo>
                  <a:pt x="15013" y="3894"/>
                </a:lnTo>
                <a:lnTo>
                  <a:pt x="15038" y="3991"/>
                </a:lnTo>
                <a:lnTo>
                  <a:pt x="15135" y="4137"/>
                </a:lnTo>
                <a:lnTo>
                  <a:pt x="15257" y="4283"/>
                </a:lnTo>
                <a:lnTo>
                  <a:pt x="15427" y="4453"/>
                </a:lnTo>
                <a:lnTo>
                  <a:pt x="15622" y="4599"/>
                </a:lnTo>
                <a:lnTo>
                  <a:pt x="15816" y="4745"/>
                </a:lnTo>
                <a:lnTo>
                  <a:pt x="15914" y="4818"/>
                </a:lnTo>
                <a:lnTo>
                  <a:pt x="16011" y="4843"/>
                </a:lnTo>
                <a:lnTo>
                  <a:pt x="15792" y="5135"/>
                </a:lnTo>
                <a:lnTo>
                  <a:pt x="14867" y="4162"/>
                </a:lnTo>
                <a:lnTo>
                  <a:pt x="13967" y="3213"/>
                </a:lnTo>
                <a:lnTo>
                  <a:pt x="13505" y="2750"/>
                </a:lnTo>
                <a:lnTo>
                  <a:pt x="13018" y="2288"/>
                </a:lnTo>
                <a:lnTo>
                  <a:pt x="12531" y="1850"/>
                </a:lnTo>
                <a:lnTo>
                  <a:pt x="12021" y="1461"/>
                </a:lnTo>
                <a:lnTo>
                  <a:pt x="12021" y="1388"/>
                </a:lnTo>
                <a:lnTo>
                  <a:pt x="12118" y="1315"/>
                </a:lnTo>
                <a:lnTo>
                  <a:pt x="12215" y="1242"/>
                </a:lnTo>
                <a:lnTo>
                  <a:pt x="12385" y="1047"/>
                </a:lnTo>
                <a:lnTo>
                  <a:pt x="12629" y="852"/>
                </a:lnTo>
                <a:lnTo>
                  <a:pt x="12921" y="682"/>
                </a:lnTo>
                <a:lnTo>
                  <a:pt x="13213" y="560"/>
                </a:lnTo>
                <a:lnTo>
                  <a:pt x="13505" y="463"/>
                </a:lnTo>
                <a:lnTo>
                  <a:pt x="13675" y="439"/>
                </a:lnTo>
                <a:close/>
                <a:moveTo>
                  <a:pt x="11753" y="1704"/>
                </a:moveTo>
                <a:lnTo>
                  <a:pt x="11826" y="1850"/>
                </a:lnTo>
                <a:lnTo>
                  <a:pt x="11948" y="1972"/>
                </a:lnTo>
                <a:lnTo>
                  <a:pt x="12093" y="2069"/>
                </a:lnTo>
                <a:lnTo>
                  <a:pt x="12385" y="2288"/>
                </a:lnTo>
                <a:lnTo>
                  <a:pt x="12677" y="2531"/>
                </a:lnTo>
                <a:lnTo>
                  <a:pt x="12945" y="2823"/>
                </a:lnTo>
                <a:lnTo>
                  <a:pt x="13480" y="3383"/>
                </a:lnTo>
                <a:lnTo>
                  <a:pt x="14478" y="4453"/>
                </a:lnTo>
                <a:lnTo>
                  <a:pt x="15500" y="5500"/>
                </a:lnTo>
                <a:lnTo>
                  <a:pt x="15111" y="5962"/>
                </a:lnTo>
                <a:lnTo>
                  <a:pt x="14600" y="5500"/>
                </a:lnTo>
                <a:lnTo>
                  <a:pt x="14113" y="5013"/>
                </a:lnTo>
                <a:lnTo>
                  <a:pt x="13213" y="4016"/>
                </a:lnTo>
                <a:lnTo>
                  <a:pt x="12750" y="3529"/>
                </a:lnTo>
                <a:lnTo>
                  <a:pt x="12264" y="3018"/>
                </a:lnTo>
                <a:lnTo>
                  <a:pt x="11777" y="2556"/>
                </a:lnTo>
                <a:lnTo>
                  <a:pt x="11266" y="2093"/>
                </a:lnTo>
                <a:lnTo>
                  <a:pt x="11753" y="1704"/>
                </a:lnTo>
                <a:close/>
                <a:moveTo>
                  <a:pt x="13724" y="5232"/>
                </a:moveTo>
                <a:lnTo>
                  <a:pt x="14235" y="5767"/>
                </a:lnTo>
                <a:lnTo>
                  <a:pt x="14794" y="6278"/>
                </a:lnTo>
                <a:lnTo>
                  <a:pt x="14575" y="6497"/>
                </a:lnTo>
                <a:lnTo>
                  <a:pt x="14259" y="6278"/>
                </a:lnTo>
                <a:lnTo>
                  <a:pt x="13967" y="6035"/>
                </a:lnTo>
                <a:lnTo>
                  <a:pt x="13699" y="5792"/>
                </a:lnTo>
                <a:lnTo>
                  <a:pt x="13432" y="5573"/>
                </a:lnTo>
                <a:lnTo>
                  <a:pt x="13724" y="5232"/>
                </a:lnTo>
                <a:close/>
                <a:moveTo>
                  <a:pt x="13261" y="5767"/>
                </a:moveTo>
                <a:lnTo>
                  <a:pt x="13359" y="5913"/>
                </a:lnTo>
                <a:lnTo>
                  <a:pt x="13456" y="6059"/>
                </a:lnTo>
                <a:lnTo>
                  <a:pt x="13724" y="6303"/>
                </a:lnTo>
                <a:lnTo>
                  <a:pt x="13991" y="6546"/>
                </a:lnTo>
                <a:lnTo>
                  <a:pt x="14137" y="6668"/>
                </a:lnTo>
                <a:lnTo>
                  <a:pt x="14308" y="6765"/>
                </a:lnTo>
                <a:lnTo>
                  <a:pt x="14235" y="6814"/>
                </a:lnTo>
                <a:lnTo>
                  <a:pt x="14137" y="6692"/>
                </a:lnTo>
                <a:lnTo>
                  <a:pt x="13991" y="6595"/>
                </a:lnTo>
                <a:lnTo>
                  <a:pt x="13699" y="6400"/>
                </a:lnTo>
                <a:lnTo>
                  <a:pt x="13359" y="6230"/>
                </a:lnTo>
                <a:lnTo>
                  <a:pt x="13188" y="6132"/>
                </a:lnTo>
                <a:lnTo>
                  <a:pt x="13042" y="6011"/>
                </a:lnTo>
                <a:lnTo>
                  <a:pt x="13261" y="5767"/>
                </a:lnTo>
                <a:close/>
                <a:moveTo>
                  <a:pt x="13018" y="6059"/>
                </a:moveTo>
                <a:lnTo>
                  <a:pt x="13188" y="6303"/>
                </a:lnTo>
                <a:lnTo>
                  <a:pt x="13286" y="6424"/>
                </a:lnTo>
                <a:lnTo>
                  <a:pt x="13407" y="6522"/>
                </a:lnTo>
                <a:lnTo>
                  <a:pt x="14040" y="7008"/>
                </a:lnTo>
                <a:lnTo>
                  <a:pt x="13699" y="7349"/>
                </a:lnTo>
                <a:lnTo>
                  <a:pt x="13675" y="7325"/>
                </a:lnTo>
                <a:lnTo>
                  <a:pt x="13505" y="7227"/>
                </a:lnTo>
                <a:lnTo>
                  <a:pt x="13334" y="7106"/>
                </a:lnTo>
                <a:lnTo>
                  <a:pt x="13018" y="6838"/>
                </a:lnTo>
                <a:lnTo>
                  <a:pt x="12799" y="6668"/>
                </a:lnTo>
                <a:lnTo>
                  <a:pt x="12702" y="6595"/>
                </a:lnTo>
                <a:lnTo>
                  <a:pt x="12580" y="6546"/>
                </a:lnTo>
                <a:lnTo>
                  <a:pt x="12799" y="6303"/>
                </a:lnTo>
                <a:lnTo>
                  <a:pt x="13018" y="6059"/>
                </a:lnTo>
                <a:close/>
                <a:moveTo>
                  <a:pt x="12385" y="6716"/>
                </a:moveTo>
                <a:lnTo>
                  <a:pt x="12483" y="6838"/>
                </a:lnTo>
                <a:lnTo>
                  <a:pt x="12580" y="6935"/>
                </a:lnTo>
                <a:lnTo>
                  <a:pt x="12799" y="7130"/>
                </a:lnTo>
                <a:lnTo>
                  <a:pt x="13091" y="7398"/>
                </a:lnTo>
                <a:lnTo>
                  <a:pt x="13407" y="7617"/>
                </a:lnTo>
                <a:lnTo>
                  <a:pt x="13018" y="8006"/>
                </a:lnTo>
                <a:lnTo>
                  <a:pt x="12921" y="8079"/>
                </a:lnTo>
                <a:lnTo>
                  <a:pt x="12823" y="7909"/>
                </a:lnTo>
                <a:lnTo>
                  <a:pt x="12653" y="7763"/>
                </a:lnTo>
                <a:lnTo>
                  <a:pt x="12312" y="7495"/>
                </a:lnTo>
                <a:lnTo>
                  <a:pt x="12093" y="7325"/>
                </a:lnTo>
                <a:lnTo>
                  <a:pt x="11972" y="7252"/>
                </a:lnTo>
                <a:lnTo>
                  <a:pt x="11850" y="7179"/>
                </a:lnTo>
                <a:lnTo>
                  <a:pt x="12385" y="6716"/>
                </a:lnTo>
                <a:close/>
                <a:moveTo>
                  <a:pt x="11631" y="7373"/>
                </a:moveTo>
                <a:lnTo>
                  <a:pt x="11729" y="7471"/>
                </a:lnTo>
                <a:lnTo>
                  <a:pt x="11850" y="7568"/>
                </a:lnTo>
                <a:lnTo>
                  <a:pt x="12093" y="7738"/>
                </a:lnTo>
                <a:lnTo>
                  <a:pt x="12434" y="8055"/>
                </a:lnTo>
                <a:lnTo>
                  <a:pt x="12556" y="8201"/>
                </a:lnTo>
                <a:lnTo>
                  <a:pt x="12702" y="8322"/>
                </a:lnTo>
                <a:lnTo>
                  <a:pt x="11948" y="9150"/>
                </a:lnTo>
                <a:lnTo>
                  <a:pt x="11680" y="8906"/>
                </a:lnTo>
                <a:lnTo>
                  <a:pt x="11364" y="8687"/>
                </a:lnTo>
                <a:lnTo>
                  <a:pt x="11072" y="8444"/>
                </a:lnTo>
                <a:lnTo>
                  <a:pt x="10780" y="8201"/>
                </a:lnTo>
                <a:lnTo>
                  <a:pt x="11096" y="7860"/>
                </a:lnTo>
                <a:lnTo>
                  <a:pt x="11193" y="7957"/>
                </a:lnTo>
                <a:lnTo>
                  <a:pt x="11291" y="8030"/>
                </a:lnTo>
                <a:lnTo>
                  <a:pt x="11461" y="8176"/>
                </a:lnTo>
                <a:lnTo>
                  <a:pt x="11777" y="8493"/>
                </a:lnTo>
                <a:lnTo>
                  <a:pt x="11972" y="8614"/>
                </a:lnTo>
                <a:lnTo>
                  <a:pt x="12166" y="8736"/>
                </a:lnTo>
                <a:lnTo>
                  <a:pt x="12288" y="8736"/>
                </a:lnTo>
                <a:lnTo>
                  <a:pt x="12337" y="8712"/>
                </a:lnTo>
                <a:lnTo>
                  <a:pt x="12361" y="8639"/>
                </a:lnTo>
                <a:lnTo>
                  <a:pt x="12361" y="8566"/>
                </a:lnTo>
                <a:lnTo>
                  <a:pt x="12337" y="8493"/>
                </a:lnTo>
                <a:lnTo>
                  <a:pt x="12118" y="8322"/>
                </a:lnTo>
                <a:lnTo>
                  <a:pt x="11899" y="8152"/>
                </a:lnTo>
                <a:lnTo>
                  <a:pt x="11461" y="7811"/>
                </a:lnTo>
                <a:lnTo>
                  <a:pt x="11291" y="7690"/>
                </a:lnTo>
                <a:lnTo>
                  <a:pt x="11631" y="7373"/>
                </a:lnTo>
                <a:close/>
                <a:moveTo>
                  <a:pt x="10634" y="8371"/>
                </a:moveTo>
                <a:lnTo>
                  <a:pt x="10731" y="8541"/>
                </a:lnTo>
                <a:lnTo>
                  <a:pt x="10853" y="8687"/>
                </a:lnTo>
                <a:lnTo>
                  <a:pt x="10974" y="8809"/>
                </a:lnTo>
                <a:lnTo>
                  <a:pt x="11145" y="8931"/>
                </a:lnTo>
                <a:lnTo>
                  <a:pt x="11461" y="9150"/>
                </a:lnTo>
                <a:lnTo>
                  <a:pt x="11753" y="9369"/>
                </a:lnTo>
                <a:lnTo>
                  <a:pt x="11461" y="9685"/>
                </a:lnTo>
                <a:lnTo>
                  <a:pt x="11145" y="9442"/>
                </a:lnTo>
                <a:lnTo>
                  <a:pt x="10828" y="9198"/>
                </a:lnTo>
                <a:lnTo>
                  <a:pt x="10585" y="8955"/>
                </a:lnTo>
                <a:lnTo>
                  <a:pt x="10463" y="8833"/>
                </a:lnTo>
                <a:lnTo>
                  <a:pt x="10317" y="8736"/>
                </a:lnTo>
                <a:lnTo>
                  <a:pt x="10634" y="8371"/>
                </a:lnTo>
                <a:close/>
                <a:moveTo>
                  <a:pt x="10196" y="8931"/>
                </a:moveTo>
                <a:lnTo>
                  <a:pt x="10269" y="9052"/>
                </a:lnTo>
                <a:lnTo>
                  <a:pt x="10366" y="9198"/>
                </a:lnTo>
                <a:lnTo>
                  <a:pt x="10609" y="9417"/>
                </a:lnTo>
                <a:lnTo>
                  <a:pt x="10901" y="9709"/>
                </a:lnTo>
                <a:lnTo>
                  <a:pt x="11072" y="9831"/>
                </a:lnTo>
                <a:lnTo>
                  <a:pt x="11242" y="9953"/>
                </a:lnTo>
                <a:lnTo>
                  <a:pt x="10415" y="10853"/>
                </a:lnTo>
                <a:lnTo>
                  <a:pt x="10317" y="10707"/>
                </a:lnTo>
                <a:lnTo>
                  <a:pt x="10196" y="10585"/>
                </a:lnTo>
                <a:lnTo>
                  <a:pt x="9904" y="10366"/>
                </a:lnTo>
                <a:lnTo>
                  <a:pt x="9636" y="10172"/>
                </a:lnTo>
                <a:lnTo>
                  <a:pt x="9466" y="10074"/>
                </a:lnTo>
                <a:lnTo>
                  <a:pt x="9320" y="10001"/>
                </a:lnTo>
                <a:lnTo>
                  <a:pt x="9563" y="9709"/>
                </a:lnTo>
                <a:lnTo>
                  <a:pt x="9782" y="9880"/>
                </a:lnTo>
                <a:lnTo>
                  <a:pt x="10001" y="10026"/>
                </a:lnTo>
                <a:lnTo>
                  <a:pt x="10244" y="10245"/>
                </a:lnTo>
                <a:lnTo>
                  <a:pt x="10390" y="10366"/>
                </a:lnTo>
                <a:lnTo>
                  <a:pt x="10536" y="10464"/>
                </a:lnTo>
                <a:lnTo>
                  <a:pt x="10609" y="10488"/>
                </a:lnTo>
                <a:lnTo>
                  <a:pt x="10658" y="10464"/>
                </a:lnTo>
                <a:lnTo>
                  <a:pt x="10731" y="10439"/>
                </a:lnTo>
                <a:lnTo>
                  <a:pt x="10780" y="10391"/>
                </a:lnTo>
                <a:lnTo>
                  <a:pt x="10804" y="10342"/>
                </a:lnTo>
                <a:lnTo>
                  <a:pt x="10828" y="10269"/>
                </a:lnTo>
                <a:lnTo>
                  <a:pt x="10804" y="10220"/>
                </a:lnTo>
                <a:lnTo>
                  <a:pt x="10755" y="10147"/>
                </a:lnTo>
                <a:lnTo>
                  <a:pt x="10220" y="9734"/>
                </a:lnTo>
                <a:lnTo>
                  <a:pt x="10001" y="9563"/>
                </a:lnTo>
                <a:lnTo>
                  <a:pt x="9904" y="9490"/>
                </a:lnTo>
                <a:lnTo>
                  <a:pt x="9782" y="9442"/>
                </a:lnTo>
                <a:lnTo>
                  <a:pt x="10196" y="8931"/>
                </a:lnTo>
                <a:close/>
                <a:moveTo>
                  <a:pt x="9125" y="10245"/>
                </a:moveTo>
                <a:lnTo>
                  <a:pt x="9247" y="10342"/>
                </a:lnTo>
                <a:lnTo>
                  <a:pt x="9368" y="10415"/>
                </a:lnTo>
                <a:lnTo>
                  <a:pt x="9612" y="10585"/>
                </a:lnTo>
                <a:lnTo>
                  <a:pt x="9904" y="10829"/>
                </a:lnTo>
                <a:lnTo>
                  <a:pt x="10050" y="10950"/>
                </a:lnTo>
                <a:lnTo>
                  <a:pt x="10220" y="11048"/>
                </a:lnTo>
                <a:lnTo>
                  <a:pt x="9685" y="11583"/>
                </a:lnTo>
                <a:lnTo>
                  <a:pt x="9685" y="11534"/>
                </a:lnTo>
                <a:lnTo>
                  <a:pt x="9660" y="11437"/>
                </a:lnTo>
                <a:lnTo>
                  <a:pt x="9587" y="11364"/>
                </a:lnTo>
                <a:lnTo>
                  <a:pt x="9417" y="11218"/>
                </a:lnTo>
                <a:lnTo>
                  <a:pt x="9222" y="11023"/>
                </a:lnTo>
                <a:lnTo>
                  <a:pt x="9028" y="10853"/>
                </a:lnTo>
                <a:lnTo>
                  <a:pt x="8906" y="10756"/>
                </a:lnTo>
                <a:lnTo>
                  <a:pt x="8736" y="10683"/>
                </a:lnTo>
                <a:lnTo>
                  <a:pt x="8833" y="10585"/>
                </a:lnTo>
                <a:lnTo>
                  <a:pt x="9125" y="10245"/>
                </a:lnTo>
                <a:close/>
                <a:moveTo>
                  <a:pt x="8468" y="10926"/>
                </a:moveTo>
                <a:lnTo>
                  <a:pt x="8687" y="11096"/>
                </a:lnTo>
                <a:lnTo>
                  <a:pt x="8930" y="11291"/>
                </a:lnTo>
                <a:lnTo>
                  <a:pt x="9052" y="11437"/>
                </a:lnTo>
                <a:lnTo>
                  <a:pt x="9198" y="11583"/>
                </a:lnTo>
                <a:lnTo>
                  <a:pt x="9271" y="11656"/>
                </a:lnTo>
                <a:lnTo>
                  <a:pt x="9344" y="11705"/>
                </a:lnTo>
                <a:lnTo>
                  <a:pt x="9441" y="11753"/>
                </a:lnTo>
                <a:lnTo>
                  <a:pt x="9539" y="11753"/>
                </a:lnTo>
                <a:lnTo>
                  <a:pt x="8468" y="12824"/>
                </a:lnTo>
                <a:lnTo>
                  <a:pt x="8152" y="12532"/>
                </a:lnTo>
                <a:lnTo>
                  <a:pt x="7811" y="12240"/>
                </a:lnTo>
                <a:lnTo>
                  <a:pt x="7470" y="11899"/>
                </a:lnTo>
                <a:lnTo>
                  <a:pt x="7349" y="11826"/>
                </a:lnTo>
                <a:lnTo>
                  <a:pt x="7738" y="11534"/>
                </a:lnTo>
                <a:lnTo>
                  <a:pt x="7860" y="11705"/>
                </a:lnTo>
                <a:lnTo>
                  <a:pt x="8006" y="11875"/>
                </a:lnTo>
                <a:lnTo>
                  <a:pt x="8371" y="12264"/>
                </a:lnTo>
                <a:lnTo>
                  <a:pt x="8517" y="12434"/>
                </a:lnTo>
                <a:lnTo>
                  <a:pt x="8590" y="12483"/>
                </a:lnTo>
                <a:lnTo>
                  <a:pt x="8687" y="12507"/>
                </a:lnTo>
                <a:lnTo>
                  <a:pt x="8736" y="12507"/>
                </a:lnTo>
                <a:lnTo>
                  <a:pt x="8809" y="12483"/>
                </a:lnTo>
                <a:lnTo>
                  <a:pt x="8833" y="12434"/>
                </a:lnTo>
                <a:lnTo>
                  <a:pt x="8857" y="12386"/>
                </a:lnTo>
                <a:lnTo>
                  <a:pt x="8857" y="12289"/>
                </a:lnTo>
                <a:lnTo>
                  <a:pt x="8809" y="12191"/>
                </a:lnTo>
                <a:lnTo>
                  <a:pt x="8760" y="12094"/>
                </a:lnTo>
                <a:lnTo>
                  <a:pt x="8663" y="11997"/>
                </a:lnTo>
                <a:lnTo>
                  <a:pt x="8492" y="11826"/>
                </a:lnTo>
                <a:lnTo>
                  <a:pt x="8322" y="11680"/>
                </a:lnTo>
                <a:lnTo>
                  <a:pt x="8152" y="11510"/>
                </a:lnTo>
                <a:lnTo>
                  <a:pt x="7957" y="11364"/>
                </a:lnTo>
                <a:lnTo>
                  <a:pt x="8468" y="10926"/>
                </a:lnTo>
                <a:close/>
                <a:moveTo>
                  <a:pt x="11047" y="2312"/>
                </a:moveTo>
                <a:lnTo>
                  <a:pt x="11120" y="2434"/>
                </a:lnTo>
                <a:lnTo>
                  <a:pt x="11218" y="2531"/>
                </a:lnTo>
                <a:lnTo>
                  <a:pt x="11437" y="2750"/>
                </a:lnTo>
                <a:lnTo>
                  <a:pt x="11850" y="3213"/>
                </a:lnTo>
                <a:lnTo>
                  <a:pt x="11826" y="3213"/>
                </a:lnTo>
                <a:lnTo>
                  <a:pt x="11193" y="3748"/>
                </a:lnTo>
                <a:lnTo>
                  <a:pt x="10609" y="4283"/>
                </a:lnTo>
                <a:lnTo>
                  <a:pt x="10025" y="4867"/>
                </a:lnTo>
                <a:lnTo>
                  <a:pt x="9490" y="5500"/>
                </a:lnTo>
                <a:lnTo>
                  <a:pt x="9174" y="5865"/>
                </a:lnTo>
                <a:lnTo>
                  <a:pt x="8857" y="6254"/>
                </a:lnTo>
                <a:lnTo>
                  <a:pt x="8517" y="6595"/>
                </a:lnTo>
                <a:lnTo>
                  <a:pt x="8176" y="6935"/>
                </a:lnTo>
                <a:lnTo>
                  <a:pt x="7373" y="7617"/>
                </a:lnTo>
                <a:lnTo>
                  <a:pt x="6984" y="7933"/>
                </a:lnTo>
                <a:lnTo>
                  <a:pt x="6594" y="8274"/>
                </a:lnTo>
                <a:lnTo>
                  <a:pt x="6229" y="8639"/>
                </a:lnTo>
                <a:lnTo>
                  <a:pt x="5864" y="9004"/>
                </a:lnTo>
                <a:lnTo>
                  <a:pt x="5183" y="9782"/>
                </a:lnTo>
                <a:lnTo>
                  <a:pt x="4502" y="10537"/>
                </a:lnTo>
                <a:lnTo>
                  <a:pt x="4137" y="10902"/>
                </a:lnTo>
                <a:lnTo>
                  <a:pt x="3772" y="11242"/>
                </a:lnTo>
                <a:lnTo>
                  <a:pt x="3115" y="11802"/>
                </a:lnTo>
                <a:lnTo>
                  <a:pt x="2799" y="12118"/>
                </a:lnTo>
                <a:lnTo>
                  <a:pt x="2507" y="12434"/>
                </a:lnTo>
                <a:lnTo>
                  <a:pt x="2263" y="12702"/>
                </a:lnTo>
                <a:lnTo>
                  <a:pt x="2166" y="12848"/>
                </a:lnTo>
                <a:lnTo>
                  <a:pt x="2069" y="13018"/>
                </a:lnTo>
                <a:lnTo>
                  <a:pt x="1850" y="12824"/>
                </a:lnTo>
                <a:lnTo>
                  <a:pt x="1460" y="12459"/>
                </a:lnTo>
                <a:lnTo>
                  <a:pt x="1266" y="12264"/>
                </a:lnTo>
                <a:lnTo>
                  <a:pt x="1047" y="12118"/>
                </a:lnTo>
                <a:lnTo>
                  <a:pt x="1047" y="12070"/>
                </a:lnTo>
                <a:lnTo>
                  <a:pt x="1193" y="11997"/>
                </a:lnTo>
                <a:lnTo>
                  <a:pt x="1339" y="11924"/>
                </a:lnTo>
                <a:lnTo>
                  <a:pt x="1460" y="11826"/>
                </a:lnTo>
                <a:lnTo>
                  <a:pt x="1582" y="11705"/>
                </a:lnTo>
                <a:lnTo>
                  <a:pt x="2020" y="11218"/>
                </a:lnTo>
                <a:lnTo>
                  <a:pt x="2385" y="10853"/>
                </a:lnTo>
                <a:lnTo>
                  <a:pt x="2774" y="10537"/>
                </a:lnTo>
                <a:lnTo>
                  <a:pt x="3577" y="9880"/>
                </a:lnTo>
                <a:lnTo>
                  <a:pt x="3942" y="9539"/>
                </a:lnTo>
                <a:lnTo>
                  <a:pt x="4307" y="9198"/>
                </a:lnTo>
                <a:lnTo>
                  <a:pt x="5037" y="8468"/>
                </a:lnTo>
                <a:lnTo>
                  <a:pt x="5718" y="7738"/>
                </a:lnTo>
                <a:lnTo>
                  <a:pt x="6400" y="7008"/>
                </a:lnTo>
                <a:lnTo>
                  <a:pt x="7081" y="6303"/>
                </a:lnTo>
                <a:lnTo>
                  <a:pt x="7787" y="5621"/>
                </a:lnTo>
                <a:lnTo>
                  <a:pt x="8468" y="4940"/>
                </a:lnTo>
                <a:lnTo>
                  <a:pt x="9149" y="4259"/>
                </a:lnTo>
                <a:lnTo>
                  <a:pt x="10074" y="3261"/>
                </a:lnTo>
                <a:lnTo>
                  <a:pt x="10561" y="2775"/>
                </a:lnTo>
                <a:lnTo>
                  <a:pt x="11047" y="2312"/>
                </a:lnTo>
                <a:close/>
                <a:moveTo>
                  <a:pt x="7154" y="11997"/>
                </a:moveTo>
                <a:lnTo>
                  <a:pt x="7203" y="12094"/>
                </a:lnTo>
                <a:lnTo>
                  <a:pt x="7251" y="12167"/>
                </a:lnTo>
                <a:lnTo>
                  <a:pt x="7422" y="12386"/>
                </a:lnTo>
                <a:lnTo>
                  <a:pt x="7592" y="12580"/>
                </a:lnTo>
                <a:lnTo>
                  <a:pt x="7884" y="12872"/>
                </a:lnTo>
                <a:lnTo>
                  <a:pt x="8030" y="12994"/>
                </a:lnTo>
                <a:lnTo>
                  <a:pt x="8200" y="13091"/>
                </a:lnTo>
                <a:lnTo>
                  <a:pt x="7835" y="13481"/>
                </a:lnTo>
                <a:lnTo>
                  <a:pt x="7811" y="13432"/>
                </a:lnTo>
                <a:lnTo>
                  <a:pt x="7787" y="13408"/>
                </a:lnTo>
                <a:lnTo>
                  <a:pt x="7616" y="13262"/>
                </a:lnTo>
                <a:lnTo>
                  <a:pt x="7446" y="13140"/>
                </a:lnTo>
                <a:lnTo>
                  <a:pt x="7251" y="13018"/>
                </a:lnTo>
                <a:lnTo>
                  <a:pt x="7057" y="12872"/>
                </a:lnTo>
                <a:lnTo>
                  <a:pt x="6716" y="12580"/>
                </a:lnTo>
                <a:lnTo>
                  <a:pt x="6643" y="12532"/>
                </a:lnTo>
                <a:lnTo>
                  <a:pt x="6594" y="12507"/>
                </a:lnTo>
                <a:lnTo>
                  <a:pt x="6862" y="12240"/>
                </a:lnTo>
                <a:lnTo>
                  <a:pt x="7154" y="11997"/>
                </a:lnTo>
                <a:close/>
                <a:moveTo>
                  <a:pt x="6424" y="12702"/>
                </a:moveTo>
                <a:lnTo>
                  <a:pt x="6448" y="12775"/>
                </a:lnTo>
                <a:lnTo>
                  <a:pt x="6473" y="12848"/>
                </a:lnTo>
                <a:lnTo>
                  <a:pt x="6667" y="13043"/>
                </a:lnTo>
                <a:lnTo>
                  <a:pt x="6862" y="13213"/>
                </a:lnTo>
                <a:lnTo>
                  <a:pt x="7032" y="13359"/>
                </a:lnTo>
                <a:lnTo>
                  <a:pt x="7227" y="13481"/>
                </a:lnTo>
                <a:lnTo>
                  <a:pt x="7446" y="13602"/>
                </a:lnTo>
                <a:lnTo>
                  <a:pt x="7568" y="13627"/>
                </a:lnTo>
                <a:lnTo>
                  <a:pt x="7689" y="13627"/>
                </a:lnTo>
                <a:lnTo>
                  <a:pt x="7470" y="13846"/>
                </a:lnTo>
                <a:lnTo>
                  <a:pt x="7300" y="14040"/>
                </a:lnTo>
                <a:lnTo>
                  <a:pt x="7276" y="14016"/>
                </a:lnTo>
                <a:lnTo>
                  <a:pt x="6911" y="13797"/>
                </a:lnTo>
                <a:lnTo>
                  <a:pt x="6570" y="13554"/>
                </a:lnTo>
                <a:lnTo>
                  <a:pt x="6302" y="13335"/>
                </a:lnTo>
                <a:lnTo>
                  <a:pt x="6035" y="13164"/>
                </a:lnTo>
                <a:lnTo>
                  <a:pt x="6108" y="13043"/>
                </a:lnTo>
                <a:lnTo>
                  <a:pt x="6424" y="12702"/>
                </a:lnTo>
                <a:close/>
                <a:moveTo>
                  <a:pt x="5889" y="13335"/>
                </a:moveTo>
                <a:lnTo>
                  <a:pt x="5962" y="13456"/>
                </a:lnTo>
                <a:lnTo>
                  <a:pt x="6059" y="13578"/>
                </a:lnTo>
                <a:lnTo>
                  <a:pt x="6278" y="13797"/>
                </a:lnTo>
                <a:lnTo>
                  <a:pt x="6643" y="14089"/>
                </a:lnTo>
                <a:lnTo>
                  <a:pt x="6813" y="14211"/>
                </a:lnTo>
                <a:lnTo>
                  <a:pt x="7032" y="14308"/>
                </a:lnTo>
                <a:lnTo>
                  <a:pt x="6692" y="14673"/>
                </a:lnTo>
                <a:lnTo>
                  <a:pt x="6619" y="14624"/>
                </a:lnTo>
                <a:lnTo>
                  <a:pt x="6497" y="14600"/>
                </a:lnTo>
                <a:lnTo>
                  <a:pt x="6375" y="14527"/>
                </a:lnTo>
                <a:lnTo>
                  <a:pt x="6254" y="14454"/>
                </a:lnTo>
                <a:lnTo>
                  <a:pt x="6132" y="14381"/>
                </a:lnTo>
                <a:lnTo>
                  <a:pt x="5913" y="14186"/>
                </a:lnTo>
                <a:lnTo>
                  <a:pt x="5718" y="14016"/>
                </a:lnTo>
                <a:lnTo>
                  <a:pt x="5597" y="13943"/>
                </a:lnTo>
                <a:lnTo>
                  <a:pt x="5451" y="13846"/>
                </a:lnTo>
                <a:lnTo>
                  <a:pt x="5889" y="13335"/>
                </a:lnTo>
                <a:close/>
                <a:moveTo>
                  <a:pt x="12191" y="3553"/>
                </a:moveTo>
                <a:lnTo>
                  <a:pt x="12653" y="4040"/>
                </a:lnTo>
                <a:lnTo>
                  <a:pt x="13432" y="4916"/>
                </a:lnTo>
                <a:lnTo>
                  <a:pt x="13164" y="5208"/>
                </a:lnTo>
                <a:lnTo>
                  <a:pt x="12896" y="5500"/>
                </a:lnTo>
                <a:lnTo>
                  <a:pt x="12361" y="6108"/>
                </a:lnTo>
                <a:lnTo>
                  <a:pt x="12045" y="6424"/>
                </a:lnTo>
                <a:lnTo>
                  <a:pt x="11729" y="6716"/>
                </a:lnTo>
                <a:lnTo>
                  <a:pt x="11388" y="7008"/>
                </a:lnTo>
                <a:lnTo>
                  <a:pt x="11047" y="7300"/>
                </a:lnTo>
                <a:lnTo>
                  <a:pt x="10731" y="7617"/>
                </a:lnTo>
                <a:lnTo>
                  <a:pt x="10415" y="7957"/>
                </a:lnTo>
                <a:lnTo>
                  <a:pt x="9806" y="8687"/>
                </a:lnTo>
                <a:lnTo>
                  <a:pt x="9247" y="9417"/>
                </a:lnTo>
                <a:lnTo>
                  <a:pt x="8638" y="10147"/>
                </a:lnTo>
                <a:lnTo>
                  <a:pt x="8346" y="10464"/>
                </a:lnTo>
                <a:lnTo>
                  <a:pt x="8006" y="10756"/>
                </a:lnTo>
                <a:lnTo>
                  <a:pt x="7324" y="11340"/>
                </a:lnTo>
                <a:lnTo>
                  <a:pt x="6643" y="11899"/>
                </a:lnTo>
                <a:lnTo>
                  <a:pt x="6302" y="12191"/>
                </a:lnTo>
                <a:lnTo>
                  <a:pt x="6010" y="12532"/>
                </a:lnTo>
                <a:lnTo>
                  <a:pt x="5475" y="13164"/>
                </a:lnTo>
                <a:lnTo>
                  <a:pt x="4940" y="13773"/>
                </a:lnTo>
                <a:lnTo>
                  <a:pt x="4672" y="14016"/>
                </a:lnTo>
                <a:lnTo>
                  <a:pt x="4404" y="14235"/>
                </a:lnTo>
                <a:lnTo>
                  <a:pt x="4137" y="14454"/>
                </a:lnTo>
                <a:lnTo>
                  <a:pt x="4015" y="14600"/>
                </a:lnTo>
                <a:lnTo>
                  <a:pt x="3918" y="14722"/>
                </a:lnTo>
                <a:lnTo>
                  <a:pt x="3480" y="14284"/>
                </a:lnTo>
                <a:lnTo>
                  <a:pt x="3042" y="13846"/>
                </a:lnTo>
                <a:lnTo>
                  <a:pt x="2361" y="13262"/>
                </a:lnTo>
                <a:lnTo>
                  <a:pt x="2482" y="13164"/>
                </a:lnTo>
                <a:lnTo>
                  <a:pt x="2604" y="13043"/>
                </a:lnTo>
                <a:lnTo>
                  <a:pt x="2774" y="12799"/>
                </a:lnTo>
                <a:lnTo>
                  <a:pt x="3066" y="12507"/>
                </a:lnTo>
                <a:lnTo>
                  <a:pt x="3358" y="12216"/>
                </a:lnTo>
                <a:lnTo>
                  <a:pt x="3967" y="11680"/>
                </a:lnTo>
                <a:lnTo>
                  <a:pt x="4380" y="11315"/>
                </a:lnTo>
                <a:lnTo>
                  <a:pt x="4745" y="10950"/>
                </a:lnTo>
                <a:lnTo>
                  <a:pt x="5475" y="10172"/>
                </a:lnTo>
                <a:lnTo>
                  <a:pt x="6181" y="9393"/>
                </a:lnTo>
                <a:lnTo>
                  <a:pt x="6546" y="9004"/>
                </a:lnTo>
                <a:lnTo>
                  <a:pt x="6935" y="8614"/>
                </a:lnTo>
                <a:lnTo>
                  <a:pt x="7324" y="8274"/>
                </a:lnTo>
                <a:lnTo>
                  <a:pt x="7714" y="7933"/>
                </a:lnTo>
                <a:lnTo>
                  <a:pt x="8517" y="7276"/>
                </a:lnTo>
                <a:lnTo>
                  <a:pt x="8857" y="6935"/>
                </a:lnTo>
                <a:lnTo>
                  <a:pt x="9198" y="6595"/>
                </a:lnTo>
                <a:lnTo>
                  <a:pt x="9514" y="6205"/>
                </a:lnTo>
                <a:lnTo>
                  <a:pt x="9831" y="5840"/>
                </a:lnTo>
                <a:lnTo>
                  <a:pt x="10171" y="5427"/>
                </a:lnTo>
                <a:lnTo>
                  <a:pt x="10488" y="5062"/>
                </a:lnTo>
                <a:lnTo>
                  <a:pt x="10853" y="4697"/>
                </a:lnTo>
                <a:lnTo>
                  <a:pt x="11242" y="4356"/>
                </a:lnTo>
                <a:lnTo>
                  <a:pt x="11729" y="3967"/>
                </a:lnTo>
                <a:lnTo>
                  <a:pt x="11972" y="3772"/>
                </a:lnTo>
                <a:lnTo>
                  <a:pt x="12191" y="3553"/>
                </a:lnTo>
                <a:close/>
                <a:moveTo>
                  <a:pt x="5232" y="14065"/>
                </a:moveTo>
                <a:lnTo>
                  <a:pt x="5353" y="14186"/>
                </a:lnTo>
                <a:lnTo>
                  <a:pt x="5451" y="14308"/>
                </a:lnTo>
                <a:lnTo>
                  <a:pt x="5645" y="14454"/>
                </a:lnTo>
                <a:lnTo>
                  <a:pt x="5816" y="14624"/>
                </a:lnTo>
                <a:lnTo>
                  <a:pt x="5986" y="14770"/>
                </a:lnTo>
                <a:lnTo>
                  <a:pt x="6181" y="14892"/>
                </a:lnTo>
                <a:lnTo>
                  <a:pt x="6375" y="14989"/>
                </a:lnTo>
                <a:lnTo>
                  <a:pt x="6108" y="15281"/>
                </a:lnTo>
                <a:lnTo>
                  <a:pt x="5937" y="15452"/>
                </a:lnTo>
                <a:lnTo>
                  <a:pt x="5937" y="15403"/>
                </a:lnTo>
                <a:lnTo>
                  <a:pt x="5889" y="15354"/>
                </a:lnTo>
                <a:lnTo>
                  <a:pt x="5597" y="15038"/>
                </a:lnTo>
                <a:lnTo>
                  <a:pt x="5280" y="14746"/>
                </a:lnTo>
                <a:lnTo>
                  <a:pt x="5086" y="14576"/>
                </a:lnTo>
                <a:lnTo>
                  <a:pt x="4964" y="14503"/>
                </a:lnTo>
                <a:lnTo>
                  <a:pt x="4867" y="14430"/>
                </a:lnTo>
                <a:lnTo>
                  <a:pt x="5037" y="14284"/>
                </a:lnTo>
                <a:lnTo>
                  <a:pt x="5232" y="14065"/>
                </a:lnTo>
                <a:close/>
                <a:moveTo>
                  <a:pt x="852" y="15476"/>
                </a:moveTo>
                <a:lnTo>
                  <a:pt x="974" y="15598"/>
                </a:lnTo>
                <a:lnTo>
                  <a:pt x="1412" y="16036"/>
                </a:lnTo>
                <a:lnTo>
                  <a:pt x="1363" y="16011"/>
                </a:lnTo>
                <a:lnTo>
                  <a:pt x="1290" y="15987"/>
                </a:lnTo>
                <a:lnTo>
                  <a:pt x="852" y="15476"/>
                </a:lnTo>
                <a:close/>
                <a:moveTo>
                  <a:pt x="4575" y="14673"/>
                </a:moveTo>
                <a:lnTo>
                  <a:pt x="4696" y="14795"/>
                </a:lnTo>
                <a:lnTo>
                  <a:pt x="4818" y="14892"/>
                </a:lnTo>
                <a:lnTo>
                  <a:pt x="5037" y="15087"/>
                </a:lnTo>
                <a:lnTo>
                  <a:pt x="5329" y="15354"/>
                </a:lnTo>
                <a:lnTo>
                  <a:pt x="5597" y="15622"/>
                </a:lnTo>
                <a:lnTo>
                  <a:pt x="5670" y="15671"/>
                </a:lnTo>
                <a:lnTo>
                  <a:pt x="5718" y="15671"/>
                </a:lnTo>
                <a:lnTo>
                  <a:pt x="5378" y="15987"/>
                </a:lnTo>
                <a:lnTo>
                  <a:pt x="5232" y="16109"/>
                </a:lnTo>
                <a:lnTo>
                  <a:pt x="5183" y="16060"/>
                </a:lnTo>
                <a:lnTo>
                  <a:pt x="5110" y="16036"/>
                </a:lnTo>
                <a:lnTo>
                  <a:pt x="4088" y="14916"/>
                </a:lnTo>
                <a:lnTo>
                  <a:pt x="4210" y="14868"/>
                </a:lnTo>
                <a:lnTo>
                  <a:pt x="4331" y="14819"/>
                </a:lnTo>
                <a:lnTo>
                  <a:pt x="4453" y="14746"/>
                </a:lnTo>
                <a:lnTo>
                  <a:pt x="4575" y="14673"/>
                </a:lnTo>
                <a:close/>
                <a:moveTo>
                  <a:pt x="755" y="16230"/>
                </a:moveTo>
                <a:lnTo>
                  <a:pt x="1071" y="16498"/>
                </a:lnTo>
                <a:lnTo>
                  <a:pt x="1071" y="16522"/>
                </a:lnTo>
                <a:lnTo>
                  <a:pt x="998" y="16474"/>
                </a:lnTo>
                <a:lnTo>
                  <a:pt x="925" y="16449"/>
                </a:lnTo>
                <a:lnTo>
                  <a:pt x="852" y="16376"/>
                </a:lnTo>
                <a:lnTo>
                  <a:pt x="755" y="16230"/>
                </a:lnTo>
                <a:close/>
                <a:moveTo>
                  <a:pt x="1047" y="12532"/>
                </a:moveTo>
                <a:lnTo>
                  <a:pt x="1168" y="12678"/>
                </a:lnTo>
                <a:lnTo>
                  <a:pt x="1314" y="12824"/>
                </a:lnTo>
                <a:lnTo>
                  <a:pt x="1582" y="13067"/>
                </a:lnTo>
                <a:lnTo>
                  <a:pt x="2166" y="13602"/>
                </a:lnTo>
                <a:lnTo>
                  <a:pt x="2750" y="14113"/>
                </a:lnTo>
                <a:lnTo>
                  <a:pt x="3018" y="14357"/>
                </a:lnTo>
                <a:lnTo>
                  <a:pt x="3261" y="14600"/>
                </a:lnTo>
                <a:lnTo>
                  <a:pt x="3723" y="15135"/>
                </a:lnTo>
                <a:lnTo>
                  <a:pt x="4185" y="15646"/>
                </a:lnTo>
                <a:lnTo>
                  <a:pt x="4672" y="16157"/>
                </a:lnTo>
                <a:lnTo>
                  <a:pt x="4404" y="16230"/>
                </a:lnTo>
                <a:lnTo>
                  <a:pt x="4112" y="16303"/>
                </a:lnTo>
                <a:lnTo>
                  <a:pt x="3553" y="16376"/>
                </a:lnTo>
                <a:lnTo>
                  <a:pt x="2969" y="16425"/>
                </a:lnTo>
                <a:lnTo>
                  <a:pt x="2409" y="16498"/>
                </a:lnTo>
                <a:lnTo>
                  <a:pt x="2288" y="16522"/>
                </a:lnTo>
                <a:lnTo>
                  <a:pt x="2263" y="16474"/>
                </a:lnTo>
                <a:lnTo>
                  <a:pt x="2142" y="16230"/>
                </a:lnTo>
                <a:lnTo>
                  <a:pt x="1996" y="16011"/>
                </a:lnTo>
                <a:lnTo>
                  <a:pt x="1801" y="15792"/>
                </a:lnTo>
                <a:lnTo>
                  <a:pt x="1606" y="15598"/>
                </a:lnTo>
                <a:lnTo>
                  <a:pt x="1168" y="15233"/>
                </a:lnTo>
                <a:lnTo>
                  <a:pt x="730" y="14892"/>
                </a:lnTo>
                <a:lnTo>
                  <a:pt x="779" y="14600"/>
                </a:lnTo>
                <a:lnTo>
                  <a:pt x="925" y="13262"/>
                </a:lnTo>
                <a:lnTo>
                  <a:pt x="1047" y="12532"/>
                </a:lnTo>
                <a:close/>
                <a:moveTo>
                  <a:pt x="1436" y="16644"/>
                </a:moveTo>
                <a:lnTo>
                  <a:pt x="1533" y="16717"/>
                </a:lnTo>
                <a:lnTo>
                  <a:pt x="1387" y="16741"/>
                </a:lnTo>
                <a:lnTo>
                  <a:pt x="1436" y="16644"/>
                </a:lnTo>
                <a:close/>
                <a:moveTo>
                  <a:pt x="536" y="16741"/>
                </a:moveTo>
                <a:lnTo>
                  <a:pt x="584" y="16766"/>
                </a:lnTo>
                <a:lnTo>
                  <a:pt x="609" y="16766"/>
                </a:lnTo>
                <a:lnTo>
                  <a:pt x="682" y="16814"/>
                </a:lnTo>
                <a:lnTo>
                  <a:pt x="779" y="16839"/>
                </a:lnTo>
                <a:lnTo>
                  <a:pt x="876" y="16839"/>
                </a:lnTo>
                <a:lnTo>
                  <a:pt x="974" y="16814"/>
                </a:lnTo>
                <a:lnTo>
                  <a:pt x="974" y="16839"/>
                </a:lnTo>
                <a:lnTo>
                  <a:pt x="755" y="16887"/>
                </a:lnTo>
                <a:lnTo>
                  <a:pt x="511" y="16936"/>
                </a:lnTo>
                <a:lnTo>
                  <a:pt x="536" y="16741"/>
                </a:lnTo>
                <a:close/>
                <a:moveTo>
                  <a:pt x="13967" y="1"/>
                </a:moveTo>
                <a:lnTo>
                  <a:pt x="13602" y="25"/>
                </a:lnTo>
                <a:lnTo>
                  <a:pt x="13261" y="74"/>
                </a:lnTo>
                <a:lnTo>
                  <a:pt x="12945" y="195"/>
                </a:lnTo>
                <a:lnTo>
                  <a:pt x="12629" y="341"/>
                </a:lnTo>
                <a:lnTo>
                  <a:pt x="12337" y="560"/>
                </a:lnTo>
                <a:lnTo>
                  <a:pt x="12021" y="828"/>
                </a:lnTo>
                <a:lnTo>
                  <a:pt x="11875" y="974"/>
                </a:lnTo>
                <a:lnTo>
                  <a:pt x="11826" y="1071"/>
                </a:lnTo>
                <a:lnTo>
                  <a:pt x="11777" y="1169"/>
                </a:lnTo>
                <a:lnTo>
                  <a:pt x="11704" y="1193"/>
                </a:lnTo>
                <a:lnTo>
                  <a:pt x="11339" y="1485"/>
                </a:lnTo>
                <a:lnTo>
                  <a:pt x="10999" y="1777"/>
                </a:lnTo>
                <a:lnTo>
                  <a:pt x="10317" y="2385"/>
                </a:lnTo>
                <a:lnTo>
                  <a:pt x="9685" y="3042"/>
                </a:lnTo>
                <a:lnTo>
                  <a:pt x="9052" y="3699"/>
                </a:lnTo>
                <a:lnTo>
                  <a:pt x="8395" y="4405"/>
                </a:lnTo>
                <a:lnTo>
                  <a:pt x="7714" y="5086"/>
                </a:lnTo>
                <a:lnTo>
                  <a:pt x="7032" y="5743"/>
                </a:lnTo>
                <a:lnTo>
                  <a:pt x="6351" y="6449"/>
                </a:lnTo>
                <a:lnTo>
                  <a:pt x="4964" y="7933"/>
                </a:lnTo>
                <a:lnTo>
                  <a:pt x="4258" y="8663"/>
                </a:lnTo>
                <a:lnTo>
                  <a:pt x="3894" y="9004"/>
                </a:lnTo>
                <a:lnTo>
                  <a:pt x="3529" y="9344"/>
                </a:lnTo>
                <a:lnTo>
                  <a:pt x="2190" y="10537"/>
                </a:lnTo>
                <a:lnTo>
                  <a:pt x="1558" y="11145"/>
                </a:lnTo>
                <a:lnTo>
                  <a:pt x="925" y="11778"/>
                </a:lnTo>
                <a:lnTo>
                  <a:pt x="876" y="11753"/>
                </a:lnTo>
                <a:lnTo>
                  <a:pt x="803" y="11778"/>
                </a:lnTo>
                <a:lnTo>
                  <a:pt x="755" y="11802"/>
                </a:lnTo>
                <a:lnTo>
                  <a:pt x="706" y="11851"/>
                </a:lnTo>
                <a:lnTo>
                  <a:pt x="609" y="12118"/>
                </a:lnTo>
                <a:lnTo>
                  <a:pt x="511" y="12386"/>
                </a:lnTo>
                <a:lnTo>
                  <a:pt x="463" y="12702"/>
                </a:lnTo>
                <a:lnTo>
                  <a:pt x="414" y="12994"/>
                </a:lnTo>
                <a:lnTo>
                  <a:pt x="365" y="13627"/>
                </a:lnTo>
                <a:lnTo>
                  <a:pt x="292" y="14211"/>
                </a:lnTo>
                <a:lnTo>
                  <a:pt x="98" y="15646"/>
                </a:lnTo>
                <a:lnTo>
                  <a:pt x="25" y="16376"/>
                </a:lnTo>
                <a:lnTo>
                  <a:pt x="0" y="16717"/>
                </a:lnTo>
                <a:lnTo>
                  <a:pt x="0" y="17082"/>
                </a:lnTo>
                <a:lnTo>
                  <a:pt x="0" y="17155"/>
                </a:lnTo>
                <a:lnTo>
                  <a:pt x="25" y="17204"/>
                </a:lnTo>
                <a:lnTo>
                  <a:pt x="122" y="17277"/>
                </a:lnTo>
                <a:lnTo>
                  <a:pt x="219" y="17325"/>
                </a:lnTo>
                <a:lnTo>
                  <a:pt x="341" y="17325"/>
                </a:lnTo>
                <a:lnTo>
                  <a:pt x="438" y="17350"/>
                </a:lnTo>
                <a:lnTo>
                  <a:pt x="560" y="17374"/>
                </a:lnTo>
                <a:lnTo>
                  <a:pt x="803" y="17398"/>
                </a:lnTo>
                <a:lnTo>
                  <a:pt x="1047" y="17350"/>
                </a:lnTo>
                <a:lnTo>
                  <a:pt x="1339" y="17301"/>
                </a:lnTo>
                <a:lnTo>
                  <a:pt x="1874" y="17131"/>
                </a:lnTo>
                <a:lnTo>
                  <a:pt x="2312" y="17009"/>
                </a:lnTo>
                <a:lnTo>
                  <a:pt x="2677" y="16936"/>
                </a:lnTo>
                <a:lnTo>
                  <a:pt x="3018" y="16887"/>
                </a:lnTo>
                <a:lnTo>
                  <a:pt x="3723" y="16839"/>
                </a:lnTo>
                <a:lnTo>
                  <a:pt x="4088" y="16790"/>
                </a:lnTo>
                <a:lnTo>
                  <a:pt x="4429" y="16741"/>
                </a:lnTo>
                <a:lnTo>
                  <a:pt x="4769" y="16644"/>
                </a:lnTo>
                <a:lnTo>
                  <a:pt x="5110" y="16522"/>
                </a:lnTo>
                <a:lnTo>
                  <a:pt x="5159" y="16498"/>
                </a:lnTo>
                <a:lnTo>
                  <a:pt x="5207" y="16449"/>
                </a:lnTo>
                <a:lnTo>
                  <a:pt x="5353" y="16401"/>
                </a:lnTo>
                <a:lnTo>
                  <a:pt x="5499" y="16328"/>
                </a:lnTo>
                <a:lnTo>
                  <a:pt x="5645" y="16255"/>
                </a:lnTo>
                <a:lnTo>
                  <a:pt x="5791" y="16133"/>
                </a:lnTo>
                <a:lnTo>
                  <a:pt x="6035" y="15890"/>
                </a:lnTo>
                <a:lnTo>
                  <a:pt x="6254" y="15671"/>
                </a:lnTo>
                <a:lnTo>
                  <a:pt x="6959" y="14965"/>
                </a:lnTo>
                <a:lnTo>
                  <a:pt x="7641" y="14284"/>
                </a:lnTo>
                <a:lnTo>
                  <a:pt x="9101" y="12824"/>
                </a:lnTo>
                <a:lnTo>
                  <a:pt x="10536" y="11364"/>
                </a:lnTo>
                <a:lnTo>
                  <a:pt x="11218" y="10658"/>
                </a:lnTo>
                <a:lnTo>
                  <a:pt x="11875" y="9904"/>
                </a:lnTo>
                <a:lnTo>
                  <a:pt x="12531" y="9174"/>
                </a:lnTo>
                <a:lnTo>
                  <a:pt x="13213" y="8444"/>
                </a:lnTo>
                <a:lnTo>
                  <a:pt x="13870" y="7811"/>
                </a:lnTo>
                <a:lnTo>
                  <a:pt x="14527" y="7179"/>
                </a:lnTo>
                <a:lnTo>
                  <a:pt x="15184" y="6522"/>
                </a:lnTo>
                <a:lnTo>
                  <a:pt x="15500" y="6205"/>
                </a:lnTo>
                <a:lnTo>
                  <a:pt x="15816" y="5840"/>
                </a:lnTo>
                <a:lnTo>
                  <a:pt x="15889" y="5792"/>
                </a:lnTo>
                <a:lnTo>
                  <a:pt x="15987" y="5767"/>
                </a:lnTo>
                <a:lnTo>
                  <a:pt x="16060" y="5694"/>
                </a:lnTo>
                <a:lnTo>
                  <a:pt x="16108" y="5621"/>
                </a:lnTo>
                <a:lnTo>
                  <a:pt x="16133" y="5524"/>
                </a:lnTo>
                <a:lnTo>
                  <a:pt x="16376" y="5208"/>
                </a:lnTo>
                <a:lnTo>
                  <a:pt x="16595" y="4891"/>
                </a:lnTo>
                <a:lnTo>
                  <a:pt x="16814" y="4551"/>
                </a:lnTo>
                <a:lnTo>
                  <a:pt x="16984" y="4210"/>
                </a:lnTo>
                <a:lnTo>
                  <a:pt x="17106" y="3845"/>
                </a:lnTo>
                <a:lnTo>
                  <a:pt x="17203" y="3480"/>
                </a:lnTo>
                <a:lnTo>
                  <a:pt x="17228" y="3140"/>
                </a:lnTo>
                <a:lnTo>
                  <a:pt x="17203" y="2799"/>
                </a:lnTo>
                <a:lnTo>
                  <a:pt x="17130" y="2458"/>
                </a:lnTo>
                <a:lnTo>
                  <a:pt x="17009" y="2142"/>
                </a:lnTo>
                <a:lnTo>
                  <a:pt x="16863" y="1826"/>
                </a:lnTo>
                <a:lnTo>
                  <a:pt x="16668" y="1534"/>
                </a:lnTo>
                <a:lnTo>
                  <a:pt x="16449" y="1266"/>
                </a:lnTo>
                <a:lnTo>
                  <a:pt x="16230" y="998"/>
                </a:lnTo>
                <a:lnTo>
                  <a:pt x="15962" y="779"/>
                </a:lnTo>
                <a:lnTo>
                  <a:pt x="15670" y="560"/>
                </a:lnTo>
                <a:lnTo>
                  <a:pt x="15354" y="390"/>
                </a:lnTo>
                <a:lnTo>
                  <a:pt x="15013" y="244"/>
                </a:lnTo>
                <a:lnTo>
                  <a:pt x="14673" y="122"/>
                </a:lnTo>
                <a:lnTo>
                  <a:pt x="14332" y="49"/>
                </a:lnTo>
                <a:lnTo>
                  <a:pt x="139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sine"/>
                <a:cs typeface="Cousine"/>
                <a:sym typeface="Cousine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3688354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>
            <a:off x="1413600" y="3197139"/>
            <a:ext cx="6316800" cy="1832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hu-HU" sz="2000" dirty="0"/>
              <a:t>Csak a közvetlen barátaiddal beszélgess!</a:t>
            </a:r>
          </a:p>
        </p:txBody>
      </p:sp>
      <p:sp>
        <p:nvSpPr>
          <p:cNvPr id="104" name="Google Shape;104;p15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sine"/>
                <a:cs typeface="Cousine"/>
                <a:sym typeface="Cousine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514585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404330" y="658442"/>
            <a:ext cx="8229600" cy="5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DEMETER TÖRVÉNYE</a:t>
            </a:r>
            <a:endParaRPr dirty="0"/>
          </a:p>
        </p:txBody>
      </p:sp>
      <p:sp>
        <p:nvSpPr>
          <p:cNvPr id="110" name="Google Shape;110;p16"/>
          <p:cNvSpPr txBox="1">
            <a:spLocks noGrp="1"/>
          </p:cNvSpPr>
          <p:nvPr>
            <p:ph type="body" idx="1"/>
          </p:nvPr>
        </p:nvSpPr>
        <p:spPr>
          <a:xfrm>
            <a:off x="343225" y="1500000"/>
            <a:ext cx="8290800" cy="48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/>
              <a:t>a legkisebb tudás elve</a:t>
            </a:r>
            <a:endParaRPr lang="hu-HU" dirty="0"/>
          </a:p>
          <a:p>
            <a:pPr lvl="0"/>
            <a:r>
              <a:rPr lang="hu-HU" dirty="0"/>
              <a:t>egy osztály csak a közvetlen ismerőseit hívhatja meg</a:t>
            </a:r>
          </a:p>
          <a:p>
            <a:pPr lvl="1"/>
            <a:r>
              <a:rPr lang="hu-HU" dirty="0"/>
              <a:t>tilosak a </a:t>
            </a:r>
            <a:r>
              <a:rPr lang="hu-HU" dirty="0" err="1"/>
              <a:t>A.getB</a:t>
            </a:r>
            <a:r>
              <a:rPr lang="hu-HU" dirty="0"/>
              <a:t>().C() alakú hívások</a:t>
            </a:r>
          </a:p>
          <a:p>
            <a:pPr lvl="1"/>
            <a:r>
              <a:rPr lang="hu-HU" dirty="0"/>
              <a:t>az elv betartásával a változtatásoknak csak lokális hatásaik lesznek</a:t>
            </a:r>
          </a:p>
        </p:txBody>
      </p:sp>
      <p:sp>
        <p:nvSpPr>
          <p:cNvPr id="111" name="Google Shape;111;p16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sine"/>
                <a:cs typeface="Cousine"/>
                <a:sym typeface="Cousine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341530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ctrTitle" idx="4294967295"/>
          </p:nvPr>
        </p:nvSpPr>
        <p:spPr>
          <a:xfrm>
            <a:off x="685800" y="3748953"/>
            <a:ext cx="7772400" cy="10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 b="1" dirty="0"/>
              <a:t>DRY</a:t>
            </a:r>
            <a:endParaRPr sz="3600" b="1" dirty="0"/>
          </a:p>
        </p:txBody>
      </p:sp>
      <p:grpSp>
        <p:nvGrpSpPr>
          <p:cNvPr id="118" name="Google Shape;118;p17"/>
          <p:cNvGrpSpPr/>
          <p:nvPr/>
        </p:nvGrpSpPr>
        <p:grpSpPr>
          <a:xfrm>
            <a:off x="3030219" y="756050"/>
            <a:ext cx="2931161" cy="2815726"/>
            <a:chOff x="3075562" y="756050"/>
            <a:chExt cx="2931161" cy="2815726"/>
          </a:xfrm>
        </p:grpSpPr>
        <p:sp>
          <p:nvSpPr>
            <p:cNvPr id="119" name="Google Shape;119;p17"/>
            <p:cNvSpPr/>
            <p:nvPr/>
          </p:nvSpPr>
          <p:spPr>
            <a:xfrm>
              <a:off x="3950843" y="1762696"/>
              <a:ext cx="1326900" cy="1326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3472643" y="1284496"/>
              <a:ext cx="2283300" cy="22833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5883273" y="1280600"/>
              <a:ext cx="123450" cy="2275725"/>
            </a:xfrm>
            <a:custGeom>
              <a:avLst/>
              <a:gdLst/>
              <a:ahLst/>
              <a:cxnLst/>
              <a:rect l="l" t="t" r="r" b="b"/>
              <a:pathLst>
                <a:path w="4938" h="91029" extrusionOk="0">
                  <a:moveTo>
                    <a:pt x="0" y="0"/>
                  </a:moveTo>
                  <a:lnTo>
                    <a:pt x="4938" y="0"/>
                  </a:lnTo>
                  <a:lnTo>
                    <a:pt x="4938" y="91029"/>
                  </a:lnTo>
                  <a:lnTo>
                    <a:pt x="0" y="91029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"/>
              <a:headEnd type="none" w="med" len="med"/>
              <a:tailEnd type="none" w="med" len="med"/>
            </a:ln>
          </p:spPr>
        </p:sp>
        <p:sp>
          <p:nvSpPr>
            <p:cNvPr id="122" name="Google Shape;122;p17"/>
            <p:cNvSpPr/>
            <p:nvPr/>
          </p:nvSpPr>
          <p:spPr>
            <a:xfrm rot="-5400000">
              <a:off x="4546838" y="-55875"/>
              <a:ext cx="123450" cy="2275725"/>
            </a:xfrm>
            <a:custGeom>
              <a:avLst/>
              <a:gdLst/>
              <a:ahLst/>
              <a:cxnLst/>
              <a:rect l="l" t="t" r="r" b="b"/>
              <a:pathLst>
                <a:path w="4938" h="91029" extrusionOk="0">
                  <a:moveTo>
                    <a:pt x="0" y="0"/>
                  </a:moveTo>
                  <a:lnTo>
                    <a:pt x="4938" y="0"/>
                  </a:lnTo>
                  <a:lnTo>
                    <a:pt x="4938" y="91029"/>
                  </a:lnTo>
                  <a:lnTo>
                    <a:pt x="0" y="91029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"/>
              <a:headEnd type="none" w="med" len="med"/>
              <a:tailEnd type="none" w="med" len="med"/>
            </a:ln>
          </p:spPr>
        </p:sp>
        <p:sp>
          <p:nvSpPr>
            <p:cNvPr id="123" name="Google Shape;123;p17"/>
            <p:cNvSpPr/>
            <p:nvPr/>
          </p:nvSpPr>
          <p:spPr>
            <a:xfrm rot="-5400000">
              <a:off x="3075562" y="756050"/>
              <a:ext cx="1326900" cy="13269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triangl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24" name="Google Shape;124;p17"/>
            <p:cNvCxnSpPr/>
            <p:nvPr/>
          </p:nvCxnSpPr>
          <p:spPr>
            <a:xfrm>
              <a:off x="3480293" y="1292146"/>
              <a:ext cx="2268000" cy="22680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5" name="Google Shape;125;p17"/>
            <p:cNvCxnSpPr>
              <a:endCxn id="119" idx="7"/>
            </p:cNvCxnSpPr>
            <p:nvPr/>
          </p:nvCxnSpPr>
          <p:spPr>
            <a:xfrm flipH="1">
              <a:off x="5083423" y="1280516"/>
              <a:ext cx="676500" cy="676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6" name="Google Shape;126;p17"/>
            <p:cNvCxnSpPr/>
            <p:nvPr/>
          </p:nvCxnSpPr>
          <p:spPr>
            <a:xfrm>
              <a:off x="3345288" y="1288325"/>
              <a:ext cx="0" cy="22833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triangle" w="sm" len="sm"/>
              <a:tailEnd type="triangle" w="sm" len="sm"/>
            </a:ln>
          </p:spPr>
        </p:cxnSp>
        <p:cxnSp>
          <p:nvCxnSpPr>
            <p:cNvPr id="127" name="Google Shape;127;p17"/>
            <p:cNvCxnSpPr>
              <a:stCxn id="119" idx="3"/>
            </p:cNvCxnSpPr>
            <p:nvPr/>
          </p:nvCxnSpPr>
          <p:spPr>
            <a:xfrm flipH="1">
              <a:off x="3468663" y="2895276"/>
              <a:ext cx="676500" cy="676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28" name="Google Shape;128;p17"/>
          <p:cNvSpPr/>
          <p:nvPr/>
        </p:nvSpPr>
        <p:spPr>
          <a:xfrm>
            <a:off x="4177025" y="1997048"/>
            <a:ext cx="789947" cy="797788"/>
          </a:xfrm>
          <a:custGeom>
            <a:avLst/>
            <a:gdLst/>
            <a:ahLst/>
            <a:cxnLst/>
            <a:rect l="l" t="t" r="r" b="b"/>
            <a:pathLst>
              <a:path w="17228" h="17399" extrusionOk="0">
                <a:moveTo>
                  <a:pt x="14162" y="439"/>
                </a:moveTo>
                <a:lnTo>
                  <a:pt x="14478" y="512"/>
                </a:lnTo>
                <a:lnTo>
                  <a:pt x="14794" y="609"/>
                </a:lnTo>
                <a:lnTo>
                  <a:pt x="15111" y="755"/>
                </a:lnTo>
                <a:lnTo>
                  <a:pt x="15403" y="925"/>
                </a:lnTo>
                <a:lnTo>
                  <a:pt x="15670" y="1120"/>
                </a:lnTo>
                <a:lnTo>
                  <a:pt x="15914" y="1315"/>
                </a:lnTo>
                <a:lnTo>
                  <a:pt x="16108" y="1534"/>
                </a:lnTo>
                <a:lnTo>
                  <a:pt x="15987" y="1558"/>
                </a:lnTo>
                <a:lnTo>
                  <a:pt x="15889" y="1607"/>
                </a:lnTo>
                <a:lnTo>
                  <a:pt x="15816" y="1655"/>
                </a:lnTo>
                <a:lnTo>
                  <a:pt x="15792" y="1680"/>
                </a:lnTo>
                <a:lnTo>
                  <a:pt x="15768" y="1728"/>
                </a:lnTo>
                <a:lnTo>
                  <a:pt x="15768" y="1777"/>
                </a:lnTo>
                <a:lnTo>
                  <a:pt x="15792" y="1826"/>
                </a:lnTo>
                <a:lnTo>
                  <a:pt x="15865" y="1850"/>
                </a:lnTo>
                <a:lnTo>
                  <a:pt x="15938" y="1874"/>
                </a:lnTo>
                <a:lnTo>
                  <a:pt x="16230" y="1874"/>
                </a:lnTo>
                <a:lnTo>
                  <a:pt x="16352" y="1850"/>
                </a:lnTo>
                <a:lnTo>
                  <a:pt x="16546" y="2166"/>
                </a:lnTo>
                <a:lnTo>
                  <a:pt x="16254" y="2142"/>
                </a:lnTo>
                <a:lnTo>
                  <a:pt x="16011" y="2142"/>
                </a:lnTo>
                <a:lnTo>
                  <a:pt x="15987" y="2166"/>
                </a:lnTo>
                <a:lnTo>
                  <a:pt x="15987" y="2191"/>
                </a:lnTo>
                <a:lnTo>
                  <a:pt x="16133" y="2312"/>
                </a:lnTo>
                <a:lnTo>
                  <a:pt x="16303" y="2410"/>
                </a:lnTo>
                <a:lnTo>
                  <a:pt x="16473" y="2458"/>
                </a:lnTo>
                <a:lnTo>
                  <a:pt x="16668" y="2507"/>
                </a:lnTo>
                <a:lnTo>
                  <a:pt x="16717" y="2750"/>
                </a:lnTo>
                <a:lnTo>
                  <a:pt x="16741" y="2994"/>
                </a:lnTo>
                <a:lnTo>
                  <a:pt x="16522" y="2872"/>
                </a:lnTo>
                <a:lnTo>
                  <a:pt x="16352" y="2799"/>
                </a:lnTo>
                <a:lnTo>
                  <a:pt x="16181" y="2702"/>
                </a:lnTo>
                <a:lnTo>
                  <a:pt x="16011" y="2653"/>
                </a:lnTo>
                <a:lnTo>
                  <a:pt x="15792" y="2653"/>
                </a:lnTo>
                <a:lnTo>
                  <a:pt x="15768" y="2677"/>
                </a:lnTo>
                <a:lnTo>
                  <a:pt x="15768" y="2702"/>
                </a:lnTo>
                <a:lnTo>
                  <a:pt x="15768" y="2726"/>
                </a:lnTo>
                <a:lnTo>
                  <a:pt x="15889" y="2872"/>
                </a:lnTo>
                <a:lnTo>
                  <a:pt x="16035" y="2994"/>
                </a:lnTo>
                <a:lnTo>
                  <a:pt x="16327" y="3213"/>
                </a:lnTo>
                <a:lnTo>
                  <a:pt x="16522" y="3334"/>
                </a:lnTo>
                <a:lnTo>
                  <a:pt x="16619" y="3407"/>
                </a:lnTo>
                <a:lnTo>
                  <a:pt x="16717" y="3456"/>
                </a:lnTo>
                <a:lnTo>
                  <a:pt x="16692" y="3651"/>
                </a:lnTo>
                <a:lnTo>
                  <a:pt x="16619" y="3845"/>
                </a:lnTo>
                <a:lnTo>
                  <a:pt x="16400" y="3602"/>
                </a:lnTo>
                <a:lnTo>
                  <a:pt x="16133" y="3407"/>
                </a:lnTo>
                <a:lnTo>
                  <a:pt x="15987" y="3310"/>
                </a:lnTo>
                <a:lnTo>
                  <a:pt x="15841" y="3237"/>
                </a:lnTo>
                <a:lnTo>
                  <a:pt x="15695" y="3188"/>
                </a:lnTo>
                <a:lnTo>
                  <a:pt x="15524" y="3164"/>
                </a:lnTo>
                <a:lnTo>
                  <a:pt x="15476" y="3188"/>
                </a:lnTo>
                <a:lnTo>
                  <a:pt x="15476" y="3213"/>
                </a:lnTo>
                <a:lnTo>
                  <a:pt x="15476" y="3237"/>
                </a:lnTo>
                <a:lnTo>
                  <a:pt x="15500" y="3261"/>
                </a:lnTo>
                <a:lnTo>
                  <a:pt x="15597" y="3359"/>
                </a:lnTo>
                <a:lnTo>
                  <a:pt x="15695" y="3432"/>
                </a:lnTo>
                <a:lnTo>
                  <a:pt x="15987" y="3699"/>
                </a:lnTo>
                <a:lnTo>
                  <a:pt x="16230" y="3918"/>
                </a:lnTo>
                <a:lnTo>
                  <a:pt x="16449" y="4162"/>
                </a:lnTo>
                <a:lnTo>
                  <a:pt x="16473" y="4186"/>
                </a:lnTo>
                <a:lnTo>
                  <a:pt x="16254" y="4526"/>
                </a:lnTo>
                <a:lnTo>
                  <a:pt x="16206" y="4453"/>
                </a:lnTo>
                <a:lnTo>
                  <a:pt x="16133" y="4380"/>
                </a:lnTo>
                <a:lnTo>
                  <a:pt x="15962" y="4259"/>
                </a:lnTo>
                <a:lnTo>
                  <a:pt x="15646" y="4040"/>
                </a:lnTo>
                <a:lnTo>
                  <a:pt x="15403" y="3821"/>
                </a:lnTo>
                <a:lnTo>
                  <a:pt x="15159" y="3626"/>
                </a:lnTo>
                <a:lnTo>
                  <a:pt x="15111" y="3626"/>
                </a:lnTo>
                <a:lnTo>
                  <a:pt x="15062" y="3651"/>
                </a:lnTo>
                <a:lnTo>
                  <a:pt x="15013" y="3724"/>
                </a:lnTo>
                <a:lnTo>
                  <a:pt x="15013" y="3821"/>
                </a:lnTo>
                <a:lnTo>
                  <a:pt x="15013" y="3894"/>
                </a:lnTo>
                <a:lnTo>
                  <a:pt x="15038" y="3991"/>
                </a:lnTo>
                <a:lnTo>
                  <a:pt x="15135" y="4137"/>
                </a:lnTo>
                <a:lnTo>
                  <a:pt x="15257" y="4283"/>
                </a:lnTo>
                <a:lnTo>
                  <a:pt x="15427" y="4453"/>
                </a:lnTo>
                <a:lnTo>
                  <a:pt x="15622" y="4599"/>
                </a:lnTo>
                <a:lnTo>
                  <a:pt x="15816" y="4745"/>
                </a:lnTo>
                <a:lnTo>
                  <a:pt x="15914" y="4818"/>
                </a:lnTo>
                <a:lnTo>
                  <a:pt x="16011" y="4843"/>
                </a:lnTo>
                <a:lnTo>
                  <a:pt x="15792" y="5135"/>
                </a:lnTo>
                <a:lnTo>
                  <a:pt x="14867" y="4162"/>
                </a:lnTo>
                <a:lnTo>
                  <a:pt x="13967" y="3213"/>
                </a:lnTo>
                <a:lnTo>
                  <a:pt x="13505" y="2750"/>
                </a:lnTo>
                <a:lnTo>
                  <a:pt x="13018" y="2288"/>
                </a:lnTo>
                <a:lnTo>
                  <a:pt x="12531" y="1850"/>
                </a:lnTo>
                <a:lnTo>
                  <a:pt x="12021" y="1461"/>
                </a:lnTo>
                <a:lnTo>
                  <a:pt x="12021" y="1388"/>
                </a:lnTo>
                <a:lnTo>
                  <a:pt x="12118" y="1315"/>
                </a:lnTo>
                <a:lnTo>
                  <a:pt x="12215" y="1242"/>
                </a:lnTo>
                <a:lnTo>
                  <a:pt x="12385" y="1047"/>
                </a:lnTo>
                <a:lnTo>
                  <a:pt x="12629" y="852"/>
                </a:lnTo>
                <a:lnTo>
                  <a:pt x="12921" y="682"/>
                </a:lnTo>
                <a:lnTo>
                  <a:pt x="13213" y="560"/>
                </a:lnTo>
                <a:lnTo>
                  <a:pt x="13505" y="463"/>
                </a:lnTo>
                <a:lnTo>
                  <a:pt x="13675" y="439"/>
                </a:lnTo>
                <a:close/>
                <a:moveTo>
                  <a:pt x="11753" y="1704"/>
                </a:moveTo>
                <a:lnTo>
                  <a:pt x="11826" y="1850"/>
                </a:lnTo>
                <a:lnTo>
                  <a:pt x="11948" y="1972"/>
                </a:lnTo>
                <a:lnTo>
                  <a:pt x="12093" y="2069"/>
                </a:lnTo>
                <a:lnTo>
                  <a:pt x="12385" y="2288"/>
                </a:lnTo>
                <a:lnTo>
                  <a:pt x="12677" y="2531"/>
                </a:lnTo>
                <a:lnTo>
                  <a:pt x="12945" y="2823"/>
                </a:lnTo>
                <a:lnTo>
                  <a:pt x="13480" y="3383"/>
                </a:lnTo>
                <a:lnTo>
                  <a:pt x="14478" y="4453"/>
                </a:lnTo>
                <a:lnTo>
                  <a:pt x="15500" y="5500"/>
                </a:lnTo>
                <a:lnTo>
                  <a:pt x="15111" y="5962"/>
                </a:lnTo>
                <a:lnTo>
                  <a:pt x="14600" y="5500"/>
                </a:lnTo>
                <a:lnTo>
                  <a:pt x="14113" y="5013"/>
                </a:lnTo>
                <a:lnTo>
                  <a:pt x="13213" y="4016"/>
                </a:lnTo>
                <a:lnTo>
                  <a:pt x="12750" y="3529"/>
                </a:lnTo>
                <a:lnTo>
                  <a:pt x="12264" y="3018"/>
                </a:lnTo>
                <a:lnTo>
                  <a:pt x="11777" y="2556"/>
                </a:lnTo>
                <a:lnTo>
                  <a:pt x="11266" y="2093"/>
                </a:lnTo>
                <a:lnTo>
                  <a:pt x="11753" y="1704"/>
                </a:lnTo>
                <a:close/>
                <a:moveTo>
                  <a:pt x="13724" y="5232"/>
                </a:moveTo>
                <a:lnTo>
                  <a:pt x="14235" y="5767"/>
                </a:lnTo>
                <a:lnTo>
                  <a:pt x="14794" y="6278"/>
                </a:lnTo>
                <a:lnTo>
                  <a:pt x="14575" y="6497"/>
                </a:lnTo>
                <a:lnTo>
                  <a:pt x="14259" y="6278"/>
                </a:lnTo>
                <a:lnTo>
                  <a:pt x="13967" y="6035"/>
                </a:lnTo>
                <a:lnTo>
                  <a:pt x="13699" y="5792"/>
                </a:lnTo>
                <a:lnTo>
                  <a:pt x="13432" y="5573"/>
                </a:lnTo>
                <a:lnTo>
                  <a:pt x="13724" y="5232"/>
                </a:lnTo>
                <a:close/>
                <a:moveTo>
                  <a:pt x="13261" y="5767"/>
                </a:moveTo>
                <a:lnTo>
                  <a:pt x="13359" y="5913"/>
                </a:lnTo>
                <a:lnTo>
                  <a:pt x="13456" y="6059"/>
                </a:lnTo>
                <a:lnTo>
                  <a:pt x="13724" y="6303"/>
                </a:lnTo>
                <a:lnTo>
                  <a:pt x="13991" y="6546"/>
                </a:lnTo>
                <a:lnTo>
                  <a:pt x="14137" y="6668"/>
                </a:lnTo>
                <a:lnTo>
                  <a:pt x="14308" y="6765"/>
                </a:lnTo>
                <a:lnTo>
                  <a:pt x="14235" y="6814"/>
                </a:lnTo>
                <a:lnTo>
                  <a:pt x="14137" y="6692"/>
                </a:lnTo>
                <a:lnTo>
                  <a:pt x="13991" y="6595"/>
                </a:lnTo>
                <a:lnTo>
                  <a:pt x="13699" y="6400"/>
                </a:lnTo>
                <a:lnTo>
                  <a:pt x="13359" y="6230"/>
                </a:lnTo>
                <a:lnTo>
                  <a:pt x="13188" y="6132"/>
                </a:lnTo>
                <a:lnTo>
                  <a:pt x="13042" y="6011"/>
                </a:lnTo>
                <a:lnTo>
                  <a:pt x="13261" y="5767"/>
                </a:lnTo>
                <a:close/>
                <a:moveTo>
                  <a:pt x="13018" y="6059"/>
                </a:moveTo>
                <a:lnTo>
                  <a:pt x="13188" y="6303"/>
                </a:lnTo>
                <a:lnTo>
                  <a:pt x="13286" y="6424"/>
                </a:lnTo>
                <a:lnTo>
                  <a:pt x="13407" y="6522"/>
                </a:lnTo>
                <a:lnTo>
                  <a:pt x="14040" y="7008"/>
                </a:lnTo>
                <a:lnTo>
                  <a:pt x="13699" y="7349"/>
                </a:lnTo>
                <a:lnTo>
                  <a:pt x="13675" y="7325"/>
                </a:lnTo>
                <a:lnTo>
                  <a:pt x="13505" y="7227"/>
                </a:lnTo>
                <a:lnTo>
                  <a:pt x="13334" y="7106"/>
                </a:lnTo>
                <a:lnTo>
                  <a:pt x="13018" y="6838"/>
                </a:lnTo>
                <a:lnTo>
                  <a:pt x="12799" y="6668"/>
                </a:lnTo>
                <a:lnTo>
                  <a:pt x="12702" y="6595"/>
                </a:lnTo>
                <a:lnTo>
                  <a:pt x="12580" y="6546"/>
                </a:lnTo>
                <a:lnTo>
                  <a:pt x="12799" y="6303"/>
                </a:lnTo>
                <a:lnTo>
                  <a:pt x="13018" y="6059"/>
                </a:lnTo>
                <a:close/>
                <a:moveTo>
                  <a:pt x="12385" y="6716"/>
                </a:moveTo>
                <a:lnTo>
                  <a:pt x="12483" y="6838"/>
                </a:lnTo>
                <a:lnTo>
                  <a:pt x="12580" y="6935"/>
                </a:lnTo>
                <a:lnTo>
                  <a:pt x="12799" y="7130"/>
                </a:lnTo>
                <a:lnTo>
                  <a:pt x="13091" y="7398"/>
                </a:lnTo>
                <a:lnTo>
                  <a:pt x="13407" y="7617"/>
                </a:lnTo>
                <a:lnTo>
                  <a:pt x="13018" y="8006"/>
                </a:lnTo>
                <a:lnTo>
                  <a:pt x="12921" y="8079"/>
                </a:lnTo>
                <a:lnTo>
                  <a:pt x="12823" y="7909"/>
                </a:lnTo>
                <a:lnTo>
                  <a:pt x="12653" y="7763"/>
                </a:lnTo>
                <a:lnTo>
                  <a:pt x="12312" y="7495"/>
                </a:lnTo>
                <a:lnTo>
                  <a:pt x="12093" y="7325"/>
                </a:lnTo>
                <a:lnTo>
                  <a:pt x="11972" y="7252"/>
                </a:lnTo>
                <a:lnTo>
                  <a:pt x="11850" y="7179"/>
                </a:lnTo>
                <a:lnTo>
                  <a:pt x="12385" y="6716"/>
                </a:lnTo>
                <a:close/>
                <a:moveTo>
                  <a:pt x="11631" y="7373"/>
                </a:moveTo>
                <a:lnTo>
                  <a:pt x="11729" y="7471"/>
                </a:lnTo>
                <a:lnTo>
                  <a:pt x="11850" y="7568"/>
                </a:lnTo>
                <a:lnTo>
                  <a:pt x="12093" y="7738"/>
                </a:lnTo>
                <a:lnTo>
                  <a:pt x="12434" y="8055"/>
                </a:lnTo>
                <a:lnTo>
                  <a:pt x="12556" y="8201"/>
                </a:lnTo>
                <a:lnTo>
                  <a:pt x="12702" y="8322"/>
                </a:lnTo>
                <a:lnTo>
                  <a:pt x="11948" y="9150"/>
                </a:lnTo>
                <a:lnTo>
                  <a:pt x="11680" y="8906"/>
                </a:lnTo>
                <a:lnTo>
                  <a:pt x="11364" y="8687"/>
                </a:lnTo>
                <a:lnTo>
                  <a:pt x="11072" y="8444"/>
                </a:lnTo>
                <a:lnTo>
                  <a:pt x="10780" y="8201"/>
                </a:lnTo>
                <a:lnTo>
                  <a:pt x="11096" y="7860"/>
                </a:lnTo>
                <a:lnTo>
                  <a:pt x="11193" y="7957"/>
                </a:lnTo>
                <a:lnTo>
                  <a:pt x="11291" y="8030"/>
                </a:lnTo>
                <a:lnTo>
                  <a:pt x="11461" y="8176"/>
                </a:lnTo>
                <a:lnTo>
                  <a:pt x="11777" y="8493"/>
                </a:lnTo>
                <a:lnTo>
                  <a:pt x="11972" y="8614"/>
                </a:lnTo>
                <a:lnTo>
                  <a:pt x="12166" y="8736"/>
                </a:lnTo>
                <a:lnTo>
                  <a:pt x="12288" y="8736"/>
                </a:lnTo>
                <a:lnTo>
                  <a:pt x="12337" y="8712"/>
                </a:lnTo>
                <a:lnTo>
                  <a:pt x="12361" y="8639"/>
                </a:lnTo>
                <a:lnTo>
                  <a:pt x="12361" y="8566"/>
                </a:lnTo>
                <a:lnTo>
                  <a:pt x="12337" y="8493"/>
                </a:lnTo>
                <a:lnTo>
                  <a:pt x="12118" y="8322"/>
                </a:lnTo>
                <a:lnTo>
                  <a:pt x="11899" y="8152"/>
                </a:lnTo>
                <a:lnTo>
                  <a:pt x="11461" y="7811"/>
                </a:lnTo>
                <a:lnTo>
                  <a:pt x="11291" y="7690"/>
                </a:lnTo>
                <a:lnTo>
                  <a:pt x="11631" y="7373"/>
                </a:lnTo>
                <a:close/>
                <a:moveTo>
                  <a:pt x="10634" y="8371"/>
                </a:moveTo>
                <a:lnTo>
                  <a:pt x="10731" y="8541"/>
                </a:lnTo>
                <a:lnTo>
                  <a:pt x="10853" y="8687"/>
                </a:lnTo>
                <a:lnTo>
                  <a:pt x="10974" y="8809"/>
                </a:lnTo>
                <a:lnTo>
                  <a:pt x="11145" y="8931"/>
                </a:lnTo>
                <a:lnTo>
                  <a:pt x="11461" y="9150"/>
                </a:lnTo>
                <a:lnTo>
                  <a:pt x="11753" y="9369"/>
                </a:lnTo>
                <a:lnTo>
                  <a:pt x="11461" y="9685"/>
                </a:lnTo>
                <a:lnTo>
                  <a:pt x="11145" y="9442"/>
                </a:lnTo>
                <a:lnTo>
                  <a:pt x="10828" y="9198"/>
                </a:lnTo>
                <a:lnTo>
                  <a:pt x="10585" y="8955"/>
                </a:lnTo>
                <a:lnTo>
                  <a:pt x="10463" y="8833"/>
                </a:lnTo>
                <a:lnTo>
                  <a:pt x="10317" y="8736"/>
                </a:lnTo>
                <a:lnTo>
                  <a:pt x="10634" y="8371"/>
                </a:lnTo>
                <a:close/>
                <a:moveTo>
                  <a:pt x="10196" y="8931"/>
                </a:moveTo>
                <a:lnTo>
                  <a:pt x="10269" y="9052"/>
                </a:lnTo>
                <a:lnTo>
                  <a:pt x="10366" y="9198"/>
                </a:lnTo>
                <a:lnTo>
                  <a:pt x="10609" y="9417"/>
                </a:lnTo>
                <a:lnTo>
                  <a:pt x="10901" y="9709"/>
                </a:lnTo>
                <a:lnTo>
                  <a:pt x="11072" y="9831"/>
                </a:lnTo>
                <a:lnTo>
                  <a:pt x="11242" y="9953"/>
                </a:lnTo>
                <a:lnTo>
                  <a:pt x="10415" y="10853"/>
                </a:lnTo>
                <a:lnTo>
                  <a:pt x="10317" y="10707"/>
                </a:lnTo>
                <a:lnTo>
                  <a:pt x="10196" y="10585"/>
                </a:lnTo>
                <a:lnTo>
                  <a:pt x="9904" y="10366"/>
                </a:lnTo>
                <a:lnTo>
                  <a:pt x="9636" y="10172"/>
                </a:lnTo>
                <a:lnTo>
                  <a:pt x="9466" y="10074"/>
                </a:lnTo>
                <a:lnTo>
                  <a:pt x="9320" y="10001"/>
                </a:lnTo>
                <a:lnTo>
                  <a:pt x="9563" y="9709"/>
                </a:lnTo>
                <a:lnTo>
                  <a:pt x="9782" y="9880"/>
                </a:lnTo>
                <a:lnTo>
                  <a:pt x="10001" y="10026"/>
                </a:lnTo>
                <a:lnTo>
                  <a:pt x="10244" y="10245"/>
                </a:lnTo>
                <a:lnTo>
                  <a:pt x="10390" y="10366"/>
                </a:lnTo>
                <a:lnTo>
                  <a:pt x="10536" y="10464"/>
                </a:lnTo>
                <a:lnTo>
                  <a:pt x="10609" y="10488"/>
                </a:lnTo>
                <a:lnTo>
                  <a:pt x="10658" y="10464"/>
                </a:lnTo>
                <a:lnTo>
                  <a:pt x="10731" y="10439"/>
                </a:lnTo>
                <a:lnTo>
                  <a:pt x="10780" y="10391"/>
                </a:lnTo>
                <a:lnTo>
                  <a:pt x="10804" y="10342"/>
                </a:lnTo>
                <a:lnTo>
                  <a:pt x="10828" y="10269"/>
                </a:lnTo>
                <a:lnTo>
                  <a:pt x="10804" y="10220"/>
                </a:lnTo>
                <a:lnTo>
                  <a:pt x="10755" y="10147"/>
                </a:lnTo>
                <a:lnTo>
                  <a:pt x="10220" y="9734"/>
                </a:lnTo>
                <a:lnTo>
                  <a:pt x="10001" y="9563"/>
                </a:lnTo>
                <a:lnTo>
                  <a:pt x="9904" y="9490"/>
                </a:lnTo>
                <a:lnTo>
                  <a:pt x="9782" y="9442"/>
                </a:lnTo>
                <a:lnTo>
                  <a:pt x="10196" y="8931"/>
                </a:lnTo>
                <a:close/>
                <a:moveTo>
                  <a:pt x="9125" y="10245"/>
                </a:moveTo>
                <a:lnTo>
                  <a:pt x="9247" y="10342"/>
                </a:lnTo>
                <a:lnTo>
                  <a:pt x="9368" y="10415"/>
                </a:lnTo>
                <a:lnTo>
                  <a:pt x="9612" y="10585"/>
                </a:lnTo>
                <a:lnTo>
                  <a:pt x="9904" y="10829"/>
                </a:lnTo>
                <a:lnTo>
                  <a:pt x="10050" y="10950"/>
                </a:lnTo>
                <a:lnTo>
                  <a:pt x="10220" y="11048"/>
                </a:lnTo>
                <a:lnTo>
                  <a:pt x="9685" y="11583"/>
                </a:lnTo>
                <a:lnTo>
                  <a:pt x="9685" y="11534"/>
                </a:lnTo>
                <a:lnTo>
                  <a:pt x="9660" y="11437"/>
                </a:lnTo>
                <a:lnTo>
                  <a:pt x="9587" y="11364"/>
                </a:lnTo>
                <a:lnTo>
                  <a:pt x="9417" y="11218"/>
                </a:lnTo>
                <a:lnTo>
                  <a:pt x="9222" y="11023"/>
                </a:lnTo>
                <a:lnTo>
                  <a:pt x="9028" y="10853"/>
                </a:lnTo>
                <a:lnTo>
                  <a:pt x="8906" y="10756"/>
                </a:lnTo>
                <a:lnTo>
                  <a:pt x="8736" y="10683"/>
                </a:lnTo>
                <a:lnTo>
                  <a:pt x="8833" y="10585"/>
                </a:lnTo>
                <a:lnTo>
                  <a:pt x="9125" y="10245"/>
                </a:lnTo>
                <a:close/>
                <a:moveTo>
                  <a:pt x="8468" y="10926"/>
                </a:moveTo>
                <a:lnTo>
                  <a:pt x="8687" y="11096"/>
                </a:lnTo>
                <a:lnTo>
                  <a:pt x="8930" y="11291"/>
                </a:lnTo>
                <a:lnTo>
                  <a:pt x="9052" y="11437"/>
                </a:lnTo>
                <a:lnTo>
                  <a:pt x="9198" y="11583"/>
                </a:lnTo>
                <a:lnTo>
                  <a:pt x="9271" y="11656"/>
                </a:lnTo>
                <a:lnTo>
                  <a:pt x="9344" y="11705"/>
                </a:lnTo>
                <a:lnTo>
                  <a:pt x="9441" y="11753"/>
                </a:lnTo>
                <a:lnTo>
                  <a:pt x="9539" y="11753"/>
                </a:lnTo>
                <a:lnTo>
                  <a:pt x="8468" y="12824"/>
                </a:lnTo>
                <a:lnTo>
                  <a:pt x="8152" y="12532"/>
                </a:lnTo>
                <a:lnTo>
                  <a:pt x="7811" y="12240"/>
                </a:lnTo>
                <a:lnTo>
                  <a:pt x="7470" y="11899"/>
                </a:lnTo>
                <a:lnTo>
                  <a:pt x="7349" y="11826"/>
                </a:lnTo>
                <a:lnTo>
                  <a:pt x="7738" y="11534"/>
                </a:lnTo>
                <a:lnTo>
                  <a:pt x="7860" y="11705"/>
                </a:lnTo>
                <a:lnTo>
                  <a:pt x="8006" y="11875"/>
                </a:lnTo>
                <a:lnTo>
                  <a:pt x="8371" y="12264"/>
                </a:lnTo>
                <a:lnTo>
                  <a:pt x="8517" y="12434"/>
                </a:lnTo>
                <a:lnTo>
                  <a:pt x="8590" y="12483"/>
                </a:lnTo>
                <a:lnTo>
                  <a:pt x="8687" y="12507"/>
                </a:lnTo>
                <a:lnTo>
                  <a:pt x="8736" y="12507"/>
                </a:lnTo>
                <a:lnTo>
                  <a:pt x="8809" y="12483"/>
                </a:lnTo>
                <a:lnTo>
                  <a:pt x="8833" y="12434"/>
                </a:lnTo>
                <a:lnTo>
                  <a:pt x="8857" y="12386"/>
                </a:lnTo>
                <a:lnTo>
                  <a:pt x="8857" y="12289"/>
                </a:lnTo>
                <a:lnTo>
                  <a:pt x="8809" y="12191"/>
                </a:lnTo>
                <a:lnTo>
                  <a:pt x="8760" y="12094"/>
                </a:lnTo>
                <a:lnTo>
                  <a:pt x="8663" y="11997"/>
                </a:lnTo>
                <a:lnTo>
                  <a:pt x="8492" y="11826"/>
                </a:lnTo>
                <a:lnTo>
                  <a:pt x="8322" y="11680"/>
                </a:lnTo>
                <a:lnTo>
                  <a:pt x="8152" y="11510"/>
                </a:lnTo>
                <a:lnTo>
                  <a:pt x="7957" y="11364"/>
                </a:lnTo>
                <a:lnTo>
                  <a:pt x="8468" y="10926"/>
                </a:lnTo>
                <a:close/>
                <a:moveTo>
                  <a:pt x="11047" y="2312"/>
                </a:moveTo>
                <a:lnTo>
                  <a:pt x="11120" y="2434"/>
                </a:lnTo>
                <a:lnTo>
                  <a:pt x="11218" y="2531"/>
                </a:lnTo>
                <a:lnTo>
                  <a:pt x="11437" y="2750"/>
                </a:lnTo>
                <a:lnTo>
                  <a:pt x="11850" y="3213"/>
                </a:lnTo>
                <a:lnTo>
                  <a:pt x="11826" y="3213"/>
                </a:lnTo>
                <a:lnTo>
                  <a:pt x="11193" y="3748"/>
                </a:lnTo>
                <a:lnTo>
                  <a:pt x="10609" y="4283"/>
                </a:lnTo>
                <a:lnTo>
                  <a:pt x="10025" y="4867"/>
                </a:lnTo>
                <a:lnTo>
                  <a:pt x="9490" y="5500"/>
                </a:lnTo>
                <a:lnTo>
                  <a:pt x="9174" y="5865"/>
                </a:lnTo>
                <a:lnTo>
                  <a:pt x="8857" y="6254"/>
                </a:lnTo>
                <a:lnTo>
                  <a:pt x="8517" y="6595"/>
                </a:lnTo>
                <a:lnTo>
                  <a:pt x="8176" y="6935"/>
                </a:lnTo>
                <a:lnTo>
                  <a:pt x="7373" y="7617"/>
                </a:lnTo>
                <a:lnTo>
                  <a:pt x="6984" y="7933"/>
                </a:lnTo>
                <a:lnTo>
                  <a:pt x="6594" y="8274"/>
                </a:lnTo>
                <a:lnTo>
                  <a:pt x="6229" y="8639"/>
                </a:lnTo>
                <a:lnTo>
                  <a:pt x="5864" y="9004"/>
                </a:lnTo>
                <a:lnTo>
                  <a:pt x="5183" y="9782"/>
                </a:lnTo>
                <a:lnTo>
                  <a:pt x="4502" y="10537"/>
                </a:lnTo>
                <a:lnTo>
                  <a:pt x="4137" y="10902"/>
                </a:lnTo>
                <a:lnTo>
                  <a:pt x="3772" y="11242"/>
                </a:lnTo>
                <a:lnTo>
                  <a:pt x="3115" y="11802"/>
                </a:lnTo>
                <a:lnTo>
                  <a:pt x="2799" y="12118"/>
                </a:lnTo>
                <a:lnTo>
                  <a:pt x="2507" y="12434"/>
                </a:lnTo>
                <a:lnTo>
                  <a:pt x="2263" y="12702"/>
                </a:lnTo>
                <a:lnTo>
                  <a:pt x="2166" y="12848"/>
                </a:lnTo>
                <a:lnTo>
                  <a:pt x="2069" y="13018"/>
                </a:lnTo>
                <a:lnTo>
                  <a:pt x="1850" y="12824"/>
                </a:lnTo>
                <a:lnTo>
                  <a:pt x="1460" y="12459"/>
                </a:lnTo>
                <a:lnTo>
                  <a:pt x="1266" y="12264"/>
                </a:lnTo>
                <a:lnTo>
                  <a:pt x="1047" y="12118"/>
                </a:lnTo>
                <a:lnTo>
                  <a:pt x="1047" y="12070"/>
                </a:lnTo>
                <a:lnTo>
                  <a:pt x="1193" y="11997"/>
                </a:lnTo>
                <a:lnTo>
                  <a:pt x="1339" y="11924"/>
                </a:lnTo>
                <a:lnTo>
                  <a:pt x="1460" y="11826"/>
                </a:lnTo>
                <a:lnTo>
                  <a:pt x="1582" y="11705"/>
                </a:lnTo>
                <a:lnTo>
                  <a:pt x="2020" y="11218"/>
                </a:lnTo>
                <a:lnTo>
                  <a:pt x="2385" y="10853"/>
                </a:lnTo>
                <a:lnTo>
                  <a:pt x="2774" y="10537"/>
                </a:lnTo>
                <a:lnTo>
                  <a:pt x="3577" y="9880"/>
                </a:lnTo>
                <a:lnTo>
                  <a:pt x="3942" y="9539"/>
                </a:lnTo>
                <a:lnTo>
                  <a:pt x="4307" y="9198"/>
                </a:lnTo>
                <a:lnTo>
                  <a:pt x="5037" y="8468"/>
                </a:lnTo>
                <a:lnTo>
                  <a:pt x="5718" y="7738"/>
                </a:lnTo>
                <a:lnTo>
                  <a:pt x="6400" y="7008"/>
                </a:lnTo>
                <a:lnTo>
                  <a:pt x="7081" y="6303"/>
                </a:lnTo>
                <a:lnTo>
                  <a:pt x="7787" y="5621"/>
                </a:lnTo>
                <a:lnTo>
                  <a:pt x="8468" y="4940"/>
                </a:lnTo>
                <a:lnTo>
                  <a:pt x="9149" y="4259"/>
                </a:lnTo>
                <a:lnTo>
                  <a:pt x="10074" y="3261"/>
                </a:lnTo>
                <a:lnTo>
                  <a:pt x="10561" y="2775"/>
                </a:lnTo>
                <a:lnTo>
                  <a:pt x="11047" y="2312"/>
                </a:lnTo>
                <a:close/>
                <a:moveTo>
                  <a:pt x="7154" y="11997"/>
                </a:moveTo>
                <a:lnTo>
                  <a:pt x="7203" y="12094"/>
                </a:lnTo>
                <a:lnTo>
                  <a:pt x="7251" y="12167"/>
                </a:lnTo>
                <a:lnTo>
                  <a:pt x="7422" y="12386"/>
                </a:lnTo>
                <a:lnTo>
                  <a:pt x="7592" y="12580"/>
                </a:lnTo>
                <a:lnTo>
                  <a:pt x="7884" y="12872"/>
                </a:lnTo>
                <a:lnTo>
                  <a:pt x="8030" y="12994"/>
                </a:lnTo>
                <a:lnTo>
                  <a:pt x="8200" y="13091"/>
                </a:lnTo>
                <a:lnTo>
                  <a:pt x="7835" y="13481"/>
                </a:lnTo>
                <a:lnTo>
                  <a:pt x="7811" y="13432"/>
                </a:lnTo>
                <a:lnTo>
                  <a:pt x="7787" y="13408"/>
                </a:lnTo>
                <a:lnTo>
                  <a:pt x="7616" y="13262"/>
                </a:lnTo>
                <a:lnTo>
                  <a:pt x="7446" y="13140"/>
                </a:lnTo>
                <a:lnTo>
                  <a:pt x="7251" y="13018"/>
                </a:lnTo>
                <a:lnTo>
                  <a:pt x="7057" y="12872"/>
                </a:lnTo>
                <a:lnTo>
                  <a:pt x="6716" y="12580"/>
                </a:lnTo>
                <a:lnTo>
                  <a:pt x="6643" y="12532"/>
                </a:lnTo>
                <a:lnTo>
                  <a:pt x="6594" y="12507"/>
                </a:lnTo>
                <a:lnTo>
                  <a:pt x="6862" y="12240"/>
                </a:lnTo>
                <a:lnTo>
                  <a:pt x="7154" y="11997"/>
                </a:lnTo>
                <a:close/>
                <a:moveTo>
                  <a:pt x="6424" y="12702"/>
                </a:moveTo>
                <a:lnTo>
                  <a:pt x="6448" y="12775"/>
                </a:lnTo>
                <a:lnTo>
                  <a:pt x="6473" y="12848"/>
                </a:lnTo>
                <a:lnTo>
                  <a:pt x="6667" y="13043"/>
                </a:lnTo>
                <a:lnTo>
                  <a:pt x="6862" y="13213"/>
                </a:lnTo>
                <a:lnTo>
                  <a:pt x="7032" y="13359"/>
                </a:lnTo>
                <a:lnTo>
                  <a:pt x="7227" y="13481"/>
                </a:lnTo>
                <a:lnTo>
                  <a:pt x="7446" y="13602"/>
                </a:lnTo>
                <a:lnTo>
                  <a:pt x="7568" y="13627"/>
                </a:lnTo>
                <a:lnTo>
                  <a:pt x="7689" y="13627"/>
                </a:lnTo>
                <a:lnTo>
                  <a:pt x="7470" y="13846"/>
                </a:lnTo>
                <a:lnTo>
                  <a:pt x="7300" y="14040"/>
                </a:lnTo>
                <a:lnTo>
                  <a:pt x="7276" y="14016"/>
                </a:lnTo>
                <a:lnTo>
                  <a:pt x="6911" y="13797"/>
                </a:lnTo>
                <a:lnTo>
                  <a:pt x="6570" y="13554"/>
                </a:lnTo>
                <a:lnTo>
                  <a:pt x="6302" y="13335"/>
                </a:lnTo>
                <a:lnTo>
                  <a:pt x="6035" y="13164"/>
                </a:lnTo>
                <a:lnTo>
                  <a:pt x="6108" y="13043"/>
                </a:lnTo>
                <a:lnTo>
                  <a:pt x="6424" y="12702"/>
                </a:lnTo>
                <a:close/>
                <a:moveTo>
                  <a:pt x="5889" y="13335"/>
                </a:moveTo>
                <a:lnTo>
                  <a:pt x="5962" y="13456"/>
                </a:lnTo>
                <a:lnTo>
                  <a:pt x="6059" y="13578"/>
                </a:lnTo>
                <a:lnTo>
                  <a:pt x="6278" y="13797"/>
                </a:lnTo>
                <a:lnTo>
                  <a:pt x="6643" y="14089"/>
                </a:lnTo>
                <a:lnTo>
                  <a:pt x="6813" y="14211"/>
                </a:lnTo>
                <a:lnTo>
                  <a:pt x="7032" y="14308"/>
                </a:lnTo>
                <a:lnTo>
                  <a:pt x="6692" y="14673"/>
                </a:lnTo>
                <a:lnTo>
                  <a:pt x="6619" y="14624"/>
                </a:lnTo>
                <a:lnTo>
                  <a:pt x="6497" y="14600"/>
                </a:lnTo>
                <a:lnTo>
                  <a:pt x="6375" y="14527"/>
                </a:lnTo>
                <a:lnTo>
                  <a:pt x="6254" y="14454"/>
                </a:lnTo>
                <a:lnTo>
                  <a:pt x="6132" y="14381"/>
                </a:lnTo>
                <a:lnTo>
                  <a:pt x="5913" y="14186"/>
                </a:lnTo>
                <a:lnTo>
                  <a:pt x="5718" y="14016"/>
                </a:lnTo>
                <a:lnTo>
                  <a:pt x="5597" y="13943"/>
                </a:lnTo>
                <a:lnTo>
                  <a:pt x="5451" y="13846"/>
                </a:lnTo>
                <a:lnTo>
                  <a:pt x="5889" y="13335"/>
                </a:lnTo>
                <a:close/>
                <a:moveTo>
                  <a:pt x="12191" y="3553"/>
                </a:moveTo>
                <a:lnTo>
                  <a:pt x="12653" y="4040"/>
                </a:lnTo>
                <a:lnTo>
                  <a:pt x="13432" y="4916"/>
                </a:lnTo>
                <a:lnTo>
                  <a:pt x="13164" y="5208"/>
                </a:lnTo>
                <a:lnTo>
                  <a:pt x="12896" y="5500"/>
                </a:lnTo>
                <a:lnTo>
                  <a:pt x="12361" y="6108"/>
                </a:lnTo>
                <a:lnTo>
                  <a:pt x="12045" y="6424"/>
                </a:lnTo>
                <a:lnTo>
                  <a:pt x="11729" y="6716"/>
                </a:lnTo>
                <a:lnTo>
                  <a:pt x="11388" y="7008"/>
                </a:lnTo>
                <a:lnTo>
                  <a:pt x="11047" y="7300"/>
                </a:lnTo>
                <a:lnTo>
                  <a:pt x="10731" y="7617"/>
                </a:lnTo>
                <a:lnTo>
                  <a:pt x="10415" y="7957"/>
                </a:lnTo>
                <a:lnTo>
                  <a:pt x="9806" y="8687"/>
                </a:lnTo>
                <a:lnTo>
                  <a:pt x="9247" y="9417"/>
                </a:lnTo>
                <a:lnTo>
                  <a:pt x="8638" y="10147"/>
                </a:lnTo>
                <a:lnTo>
                  <a:pt x="8346" y="10464"/>
                </a:lnTo>
                <a:lnTo>
                  <a:pt x="8006" y="10756"/>
                </a:lnTo>
                <a:lnTo>
                  <a:pt x="7324" y="11340"/>
                </a:lnTo>
                <a:lnTo>
                  <a:pt x="6643" y="11899"/>
                </a:lnTo>
                <a:lnTo>
                  <a:pt x="6302" y="12191"/>
                </a:lnTo>
                <a:lnTo>
                  <a:pt x="6010" y="12532"/>
                </a:lnTo>
                <a:lnTo>
                  <a:pt x="5475" y="13164"/>
                </a:lnTo>
                <a:lnTo>
                  <a:pt x="4940" y="13773"/>
                </a:lnTo>
                <a:lnTo>
                  <a:pt x="4672" y="14016"/>
                </a:lnTo>
                <a:lnTo>
                  <a:pt x="4404" y="14235"/>
                </a:lnTo>
                <a:lnTo>
                  <a:pt x="4137" y="14454"/>
                </a:lnTo>
                <a:lnTo>
                  <a:pt x="4015" y="14600"/>
                </a:lnTo>
                <a:lnTo>
                  <a:pt x="3918" y="14722"/>
                </a:lnTo>
                <a:lnTo>
                  <a:pt x="3480" y="14284"/>
                </a:lnTo>
                <a:lnTo>
                  <a:pt x="3042" y="13846"/>
                </a:lnTo>
                <a:lnTo>
                  <a:pt x="2361" y="13262"/>
                </a:lnTo>
                <a:lnTo>
                  <a:pt x="2482" y="13164"/>
                </a:lnTo>
                <a:lnTo>
                  <a:pt x="2604" y="13043"/>
                </a:lnTo>
                <a:lnTo>
                  <a:pt x="2774" y="12799"/>
                </a:lnTo>
                <a:lnTo>
                  <a:pt x="3066" y="12507"/>
                </a:lnTo>
                <a:lnTo>
                  <a:pt x="3358" y="12216"/>
                </a:lnTo>
                <a:lnTo>
                  <a:pt x="3967" y="11680"/>
                </a:lnTo>
                <a:lnTo>
                  <a:pt x="4380" y="11315"/>
                </a:lnTo>
                <a:lnTo>
                  <a:pt x="4745" y="10950"/>
                </a:lnTo>
                <a:lnTo>
                  <a:pt x="5475" y="10172"/>
                </a:lnTo>
                <a:lnTo>
                  <a:pt x="6181" y="9393"/>
                </a:lnTo>
                <a:lnTo>
                  <a:pt x="6546" y="9004"/>
                </a:lnTo>
                <a:lnTo>
                  <a:pt x="6935" y="8614"/>
                </a:lnTo>
                <a:lnTo>
                  <a:pt x="7324" y="8274"/>
                </a:lnTo>
                <a:lnTo>
                  <a:pt x="7714" y="7933"/>
                </a:lnTo>
                <a:lnTo>
                  <a:pt x="8517" y="7276"/>
                </a:lnTo>
                <a:lnTo>
                  <a:pt x="8857" y="6935"/>
                </a:lnTo>
                <a:lnTo>
                  <a:pt x="9198" y="6595"/>
                </a:lnTo>
                <a:lnTo>
                  <a:pt x="9514" y="6205"/>
                </a:lnTo>
                <a:lnTo>
                  <a:pt x="9831" y="5840"/>
                </a:lnTo>
                <a:lnTo>
                  <a:pt x="10171" y="5427"/>
                </a:lnTo>
                <a:lnTo>
                  <a:pt x="10488" y="5062"/>
                </a:lnTo>
                <a:lnTo>
                  <a:pt x="10853" y="4697"/>
                </a:lnTo>
                <a:lnTo>
                  <a:pt x="11242" y="4356"/>
                </a:lnTo>
                <a:lnTo>
                  <a:pt x="11729" y="3967"/>
                </a:lnTo>
                <a:lnTo>
                  <a:pt x="11972" y="3772"/>
                </a:lnTo>
                <a:lnTo>
                  <a:pt x="12191" y="3553"/>
                </a:lnTo>
                <a:close/>
                <a:moveTo>
                  <a:pt x="5232" y="14065"/>
                </a:moveTo>
                <a:lnTo>
                  <a:pt x="5353" y="14186"/>
                </a:lnTo>
                <a:lnTo>
                  <a:pt x="5451" y="14308"/>
                </a:lnTo>
                <a:lnTo>
                  <a:pt x="5645" y="14454"/>
                </a:lnTo>
                <a:lnTo>
                  <a:pt x="5816" y="14624"/>
                </a:lnTo>
                <a:lnTo>
                  <a:pt x="5986" y="14770"/>
                </a:lnTo>
                <a:lnTo>
                  <a:pt x="6181" y="14892"/>
                </a:lnTo>
                <a:lnTo>
                  <a:pt x="6375" y="14989"/>
                </a:lnTo>
                <a:lnTo>
                  <a:pt x="6108" y="15281"/>
                </a:lnTo>
                <a:lnTo>
                  <a:pt x="5937" y="15452"/>
                </a:lnTo>
                <a:lnTo>
                  <a:pt x="5937" y="15403"/>
                </a:lnTo>
                <a:lnTo>
                  <a:pt x="5889" y="15354"/>
                </a:lnTo>
                <a:lnTo>
                  <a:pt x="5597" y="15038"/>
                </a:lnTo>
                <a:lnTo>
                  <a:pt x="5280" y="14746"/>
                </a:lnTo>
                <a:lnTo>
                  <a:pt x="5086" y="14576"/>
                </a:lnTo>
                <a:lnTo>
                  <a:pt x="4964" y="14503"/>
                </a:lnTo>
                <a:lnTo>
                  <a:pt x="4867" y="14430"/>
                </a:lnTo>
                <a:lnTo>
                  <a:pt x="5037" y="14284"/>
                </a:lnTo>
                <a:lnTo>
                  <a:pt x="5232" y="14065"/>
                </a:lnTo>
                <a:close/>
                <a:moveTo>
                  <a:pt x="852" y="15476"/>
                </a:moveTo>
                <a:lnTo>
                  <a:pt x="974" y="15598"/>
                </a:lnTo>
                <a:lnTo>
                  <a:pt x="1412" y="16036"/>
                </a:lnTo>
                <a:lnTo>
                  <a:pt x="1363" y="16011"/>
                </a:lnTo>
                <a:lnTo>
                  <a:pt x="1290" y="15987"/>
                </a:lnTo>
                <a:lnTo>
                  <a:pt x="852" y="15476"/>
                </a:lnTo>
                <a:close/>
                <a:moveTo>
                  <a:pt x="4575" y="14673"/>
                </a:moveTo>
                <a:lnTo>
                  <a:pt x="4696" y="14795"/>
                </a:lnTo>
                <a:lnTo>
                  <a:pt x="4818" y="14892"/>
                </a:lnTo>
                <a:lnTo>
                  <a:pt x="5037" y="15087"/>
                </a:lnTo>
                <a:lnTo>
                  <a:pt x="5329" y="15354"/>
                </a:lnTo>
                <a:lnTo>
                  <a:pt x="5597" y="15622"/>
                </a:lnTo>
                <a:lnTo>
                  <a:pt x="5670" y="15671"/>
                </a:lnTo>
                <a:lnTo>
                  <a:pt x="5718" y="15671"/>
                </a:lnTo>
                <a:lnTo>
                  <a:pt x="5378" y="15987"/>
                </a:lnTo>
                <a:lnTo>
                  <a:pt x="5232" y="16109"/>
                </a:lnTo>
                <a:lnTo>
                  <a:pt x="5183" y="16060"/>
                </a:lnTo>
                <a:lnTo>
                  <a:pt x="5110" y="16036"/>
                </a:lnTo>
                <a:lnTo>
                  <a:pt x="4088" y="14916"/>
                </a:lnTo>
                <a:lnTo>
                  <a:pt x="4210" y="14868"/>
                </a:lnTo>
                <a:lnTo>
                  <a:pt x="4331" y="14819"/>
                </a:lnTo>
                <a:lnTo>
                  <a:pt x="4453" y="14746"/>
                </a:lnTo>
                <a:lnTo>
                  <a:pt x="4575" y="14673"/>
                </a:lnTo>
                <a:close/>
                <a:moveTo>
                  <a:pt x="755" y="16230"/>
                </a:moveTo>
                <a:lnTo>
                  <a:pt x="1071" y="16498"/>
                </a:lnTo>
                <a:lnTo>
                  <a:pt x="1071" y="16522"/>
                </a:lnTo>
                <a:lnTo>
                  <a:pt x="998" y="16474"/>
                </a:lnTo>
                <a:lnTo>
                  <a:pt x="925" y="16449"/>
                </a:lnTo>
                <a:lnTo>
                  <a:pt x="852" y="16376"/>
                </a:lnTo>
                <a:lnTo>
                  <a:pt x="755" y="16230"/>
                </a:lnTo>
                <a:close/>
                <a:moveTo>
                  <a:pt x="1047" y="12532"/>
                </a:moveTo>
                <a:lnTo>
                  <a:pt x="1168" y="12678"/>
                </a:lnTo>
                <a:lnTo>
                  <a:pt x="1314" y="12824"/>
                </a:lnTo>
                <a:lnTo>
                  <a:pt x="1582" y="13067"/>
                </a:lnTo>
                <a:lnTo>
                  <a:pt x="2166" y="13602"/>
                </a:lnTo>
                <a:lnTo>
                  <a:pt x="2750" y="14113"/>
                </a:lnTo>
                <a:lnTo>
                  <a:pt x="3018" y="14357"/>
                </a:lnTo>
                <a:lnTo>
                  <a:pt x="3261" y="14600"/>
                </a:lnTo>
                <a:lnTo>
                  <a:pt x="3723" y="15135"/>
                </a:lnTo>
                <a:lnTo>
                  <a:pt x="4185" y="15646"/>
                </a:lnTo>
                <a:lnTo>
                  <a:pt x="4672" y="16157"/>
                </a:lnTo>
                <a:lnTo>
                  <a:pt x="4404" y="16230"/>
                </a:lnTo>
                <a:lnTo>
                  <a:pt x="4112" y="16303"/>
                </a:lnTo>
                <a:lnTo>
                  <a:pt x="3553" y="16376"/>
                </a:lnTo>
                <a:lnTo>
                  <a:pt x="2969" y="16425"/>
                </a:lnTo>
                <a:lnTo>
                  <a:pt x="2409" y="16498"/>
                </a:lnTo>
                <a:lnTo>
                  <a:pt x="2288" y="16522"/>
                </a:lnTo>
                <a:lnTo>
                  <a:pt x="2263" y="16474"/>
                </a:lnTo>
                <a:lnTo>
                  <a:pt x="2142" y="16230"/>
                </a:lnTo>
                <a:lnTo>
                  <a:pt x="1996" y="16011"/>
                </a:lnTo>
                <a:lnTo>
                  <a:pt x="1801" y="15792"/>
                </a:lnTo>
                <a:lnTo>
                  <a:pt x="1606" y="15598"/>
                </a:lnTo>
                <a:lnTo>
                  <a:pt x="1168" y="15233"/>
                </a:lnTo>
                <a:lnTo>
                  <a:pt x="730" y="14892"/>
                </a:lnTo>
                <a:lnTo>
                  <a:pt x="779" y="14600"/>
                </a:lnTo>
                <a:lnTo>
                  <a:pt x="925" y="13262"/>
                </a:lnTo>
                <a:lnTo>
                  <a:pt x="1047" y="12532"/>
                </a:lnTo>
                <a:close/>
                <a:moveTo>
                  <a:pt x="1436" y="16644"/>
                </a:moveTo>
                <a:lnTo>
                  <a:pt x="1533" y="16717"/>
                </a:lnTo>
                <a:lnTo>
                  <a:pt x="1387" y="16741"/>
                </a:lnTo>
                <a:lnTo>
                  <a:pt x="1436" y="16644"/>
                </a:lnTo>
                <a:close/>
                <a:moveTo>
                  <a:pt x="536" y="16741"/>
                </a:moveTo>
                <a:lnTo>
                  <a:pt x="584" y="16766"/>
                </a:lnTo>
                <a:lnTo>
                  <a:pt x="609" y="16766"/>
                </a:lnTo>
                <a:lnTo>
                  <a:pt x="682" y="16814"/>
                </a:lnTo>
                <a:lnTo>
                  <a:pt x="779" y="16839"/>
                </a:lnTo>
                <a:lnTo>
                  <a:pt x="876" y="16839"/>
                </a:lnTo>
                <a:lnTo>
                  <a:pt x="974" y="16814"/>
                </a:lnTo>
                <a:lnTo>
                  <a:pt x="974" y="16839"/>
                </a:lnTo>
                <a:lnTo>
                  <a:pt x="755" y="16887"/>
                </a:lnTo>
                <a:lnTo>
                  <a:pt x="511" y="16936"/>
                </a:lnTo>
                <a:lnTo>
                  <a:pt x="536" y="16741"/>
                </a:lnTo>
                <a:close/>
                <a:moveTo>
                  <a:pt x="13967" y="1"/>
                </a:moveTo>
                <a:lnTo>
                  <a:pt x="13602" y="25"/>
                </a:lnTo>
                <a:lnTo>
                  <a:pt x="13261" y="74"/>
                </a:lnTo>
                <a:lnTo>
                  <a:pt x="12945" y="195"/>
                </a:lnTo>
                <a:lnTo>
                  <a:pt x="12629" y="341"/>
                </a:lnTo>
                <a:lnTo>
                  <a:pt x="12337" y="560"/>
                </a:lnTo>
                <a:lnTo>
                  <a:pt x="12021" y="828"/>
                </a:lnTo>
                <a:lnTo>
                  <a:pt x="11875" y="974"/>
                </a:lnTo>
                <a:lnTo>
                  <a:pt x="11826" y="1071"/>
                </a:lnTo>
                <a:lnTo>
                  <a:pt x="11777" y="1169"/>
                </a:lnTo>
                <a:lnTo>
                  <a:pt x="11704" y="1193"/>
                </a:lnTo>
                <a:lnTo>
                  <a:pt x="11339" y="1485"/>
                </a:lnTo>
                <a:lnTo>
                  <a:pt x="10999" y="1777"/>
                </a:lnTo>
                <a:lnTo>
                  <a:pt x="10317" y="2385"/>
                </a:lnTo>
                <a:lnTo>
                  <a:pt x="9685" y="3042"/>
                </a:lnTo>
                <a:lnTo>
                  <a:pt x="9052" y="3699"/>
                </a:lnTo>
                <a:lnTo>
                  <a:pt x="8395" y="4405"/>
                </a:lnTo>
                <a:lnTo>
                  <a:pt x="7714" y="5086"/>
                </a:lnTo>
                <a:lnTo>
                  <a:pt x="7032" y="5743"/>
                </a:lnTo>
                <a:lnTo>
                  <a:pt x="6351" y="6449"/>
                </a:lnTo>
                <a:lnTo>
                  <a:pt x="4964" y="7933"/>
                </a:lnTo>
                <a:lnTo>
                  <a:pt x="4258" y="8663"/>
                </a:lnTo>
                <a:lnTo>
                  <a:pt x="3894" y="9004"/>
                </a:lnTo>
                <a:lnTo>
                  <a:pt x="3529" y="9344"/>
                </a:lnTo>
                <a:lnTo>
                  <a:pt x="2190" y="10537"/>
                </a:lnTo>
                <a:lnTo>
                  <a:pt x="1558" y="11145"/>
                </a:lnTo>
                <a:lnTo>
                  <a:pt x="925" y="11778"/>
                </a:lnTo>
                <a:lnTo>
                  <a:pt x="876" y="11753"/>
                </a:lnTo>
                <a:lnTo>
                  <a:pt x="803" y="11778"/>
                </a:lnTo>
                <a:lnTo>
                  <a:pt x="755" y="11802"/>
                </a:lnTo>
                <a:lnTo>
                  <a:pt x="706" y="11851"/>
                </a:lnTo>
                <a:lnTo>
                  <a:pt x="609" y="12118"/>
                </a:lnTo>
                <a:lnTo>
                  <a:pt x="511" y="12386"/>
                </a:lnTo>
                <a:lnTo>
                  <a:pt x="463" y="12702"/>
                </a:lnTo>
                <a:lnTo>
                  <a:pt x="414" y="12994"/>
                </a:lnTo>
                <a:lnTo>
                  <a:pt x="365" y="13627"/>
                </a:lnTo>
                <a:lnTo>
                  <a:pt x="292" y="14211"/>
                </a:lnTo>
                <a:lnTo>
                  <a:pt x="98" y="15646"/>
                </a:lnTo>
                <a:lnTo>
                  <a:pt x="25" y="16376"/>
                </a:lnTo>
                <a:lnTo>
                  <a:pt x="0" y="16717"/>
                </a:lnTo>
                <a:lnTo>
                  <a:pt x="0" y="17082"/>
                </a:lnTo>
                <a:lnTo>
                  <a:pt x="0" y="17155"/>
                </a:lnTo>
                <a:lnTo>
                  <a:pt x="25" y="17204"/>
                </a:lnTo>
                <a:lnTo>
                  <a:pt x="122" y="17277"/>
                </a:lnTo>
                <a:lnTo>
                  <a:pt x="219" y="17325"/>
                </a:lnTo>
                <a:lnTo>
                  <a:pt x="341" y="17325"/>
                </a:lnTo>
                <a:lnTo>
                  <a:pt x="438" y="17350"/>
                </a:lnTo>
                <a:lnTo>
                  <a:pt x="560" y="17374"/>
                </a:lnTo>
                <a:lnTo>
                  <a:pt x="803" y="17398"/>
                </a:lnTo>
                <a:lnTo>
                  <a:pt x="1047" y="17350"/>
                </a:lnTo>
                <a:lnTo>
                  <a:pt x="1339" y="17301"/>
                </a:lnTo>
                <a:lnTo>
                  <a:pt x="1874" y="17131"/>
                </a:lnTo>
                <a:lnTo>
                  <a:pt x="2312" y="17009"/>
                </a:lnTo>
                <a:lnTo>
                  <a:pt x="2677" y="16936"/>
                </a:lnTo>
                <a:lnTo>
                  <a:pt x="3018" y="16887"/>
                </a:lnTo>
                <a:lnTo>
                  <a:pt x="3723" y="16839"/>
                </a:lnTo>
                <a:lnTo>
                  <a:pt x="4088" y="16790"/>
                </a:lnTo>
                <a:lnTo>
                  <a:pt x="4429" y="16741"/>
                </a:lnTo>
                <a:lnTo>
                  <a:pt x="4769" y="16644"/>
                </a:lnTo>
                <a:lnTo>
                  <a:pt x="5110" y="16522"/>
                </a:lnTo>
                <a:lnTo>
                  <a:pt x="5159" y="16498"/>
                </a:lnTo>
                <a:lnTo>
                  <a:pt x="5207" y="16449"/>
                </a:lnTo>
                <a:lnTo>
                  <a:pt x="5353" y="16401"/>
                </a:lnTo>
                <a:lnTo>
                  <a:pt x="5499" y="16328"/>
                </a:lnTo>
                <a:lnTo>
                  <a:pt x="5645" y="16255"/>
                </a:lnTo>
                <a:lnTo>
                  <a:pt x="5791" y="16133"/>
                </a:lnTo>
                <a:lnTo>
                  <a:pt x="6035" y="15890"/>
                </a:lnTo>
                <a:lnTo>
                  <a:pt x="6254" y="15671"/>
                </a:lnTo>
                <a:lnTo>
                  <a:pt x="6959" y="14965"/>
                </a:lnTo>
                <a:lnTo>
                  <a:pt x="7641" y="14284"/>
                </a:lnTo>
                <a:lnTo>
                  <a:pt x="9101" y="12824"/>
                </a:lnTo>
                <a:lnTo>
                  <a:pt x="10536" y="11364"/>
                </a:lnTo>
                <a:lnTo>
                  <a:pt x="11218" y="10658"/>
                </a:lnTo>
                <a:lnTo>
                  <a:pt x="11875" y="9904"/>
                </a:lnTo>
                <a:lnTo>
                  <a:pt x="12531" y="9174"/>
                </a:lnTo>
                <a:lnTo>
                  <a:pt x="13213" y="8444"/>
                </a:lnTo>
                <a:lnTo>
                  <a:pt x="13870" y="7811"/>
                </a:lnTo>
                <a:lnTo>
                  <a:pt x="14527" y="7179"/>
                </a:lnTo>
                <a:lnTo>
                  <a:pt x="15184" y="6522"/>
                </a:lnTo>
                <a:lnTo>
                  <a:pt x="15500" y="6205"/>
                </a:lnTo>
                <a:lnTo>
                  <a:pt x="15816" y="5840"/>
                </a:lnTo>
                <a:lnTo>
                  <a:pt x="15889" y="5792"/>
                </a:lnTo>
                <a:lnTo>
                  <a:pt x="15987" y="5767"/>
                </a:lnTo>
                <a:lnTo>
                  <a:pt x="16060" y="5694"/>
                </a:lnTo>
                <a:lnTo>
                  <a:pt x="16108" y="5621"/>
                </a:lnTo>
                <a:lnTo>
                  <a:pt x="16133" y="5524"/>
                </a:lnTo>
                <a:lnTo>
                  <a:pt x="16376" y="5208"/>
                </a:lnTo>
                <a:lnTo>
                  <a:pt x="16595" y="4891"/>
                </a:lnTo>
                <a:lnTo>
                  <a:pt x="16814" y="4551"/>
                </a:lnTo>
                <a:lnTo>
                  <a:pt x="16984" y="4210"/>
                </a:lnTo>
                <a:lnTo>
                  <a:pt x="17106" y="3845"/>
                </a:lnTo>
                <a:lnTo>
                  <a:pt x="17203" y="3480"/>
                </a:lnTo>
                <a:lnTo>
                  <a:pt x="17228" y="3140"/>
                </a:lnTo>
                <a:lnTo>
                  <a:pt x="17203" y="2799"/>
                </a:lnTo>
                <a:lnTo>
                  <a:pt x="17130" y="2458"/>
                </a:lnTo>
                <a:lnTo>
                  <a:pt x="17009" y="2142"/>
                </a:lnTo>
                <a:lnTo>
                  <a:pt x="16863" y="1826"/>
                </a:lnTo>
                <a:lnTo>
                  <a:pt x="16668" y="1534"/>
                </a:lnTo>
                <a:lnTo>
                  <a:pt x="16449" y="1266"/>
                </a:lnTo>
                <a:lnTo>
                  <a:pt x="16230" y="998"/>
                </a:lnTo>
                <a:lnTo>
                  <a:pt x="15962" y="779"/>
                </a:lnTo>
                <a:lnTo>
                  <a:pt x="15670" y="560"/>
                </a:lnTo>
                <a:lnTo>
                  <a:pt x="15354" y="390"/>
                </a:lnTo>
                <a:lnTo>
                  <a:pt x="15013" y="244"/>
                </a:lnTo>
                <a:lnTo>
                  <a:pt x="14673" y="122"/>
                </a:lnTo>
                <a:lnTo>
                  <a:pt x="14332" y="49"/>
                </a:lnTo>
                <a:lnTo>
                  <a:pt x="139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sine"/>
                <a:cs typeface="Cousine"/>
                <a:sym typeface="Cousine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2234923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>
            <a:off x="1413600" y="3197139"/>
            <a:ext cx="6316800" cy="1832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hu-HU" sz="2000" dirty="0"/>
              <a:t>Egy rendszeren belül a tudás minden darabkájának egyetlen, egyértelmű és megbízható reprezentációval kell rendelkeznie.</a:t>
            </a:r>
          </a:p>
        </p:txBody>
      </p:sp>
      <p:sp>
        <p:nvSpPr>
          <p:cNvPr id="104" name="Google Shape;104;p15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sine"/>
                <a:cs typeface="Cousine"/>
                <a:sym typeface="Cousine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4192948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404330" y="658442"/>
            <a:ext cx="8229600" cy="5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DRY</a:t>
            </a:r>
            <a:endParaRPr dirty="0"/>
          </a:p>
        </p:txBody>
      </p:sp>
      <p:sp>
        <p:nvSpPr>
          <p:cNvPr id="110" name="Google Shape;110;p16"/>
          <p:cNvSpPr txBox="1">
            <a:spLocks noGrp="1"/>
          </p:cNvSpPr>
          <p:nvPr>
            <p:ph type="body" idx="1"/>
          </p:nvPr>
        </p:nvSpPr>
        <p:spPr>
          <a:xfrm>
            <a:off x="343225" y="1500000"/>
            <a:ext cx="8290800" cy="48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“ne ism</a:t>
            </a:r>
            <a:r>
              <a:rPr lang="hu-HU" sz="2400" dirty="0" err="1"/>
              <a:t>ételd</a:t>
            </a:r>
            <a:r>
              <a:rPr lang="hu-HU" sz="2400" dirty="0"/>
              <a:t> önmagad</a:t>
            </a:r>
            <a:r>
              <a:rPr lang="en-US" sz="2400" dirty="0"/>
              <a:t>”</a:t>
            </a:r>
          </a:p>
          <a:p>
            <a:pPr lvl="0"/>
            <a:r>
              <a:rPr lang="en-US" sz="2400" dirty="0"/>
              <a:t>“d</a:t>
            </a:r>
            <a:r>
              <a:rPr lang="hu-HU" sz="2400" dirty="0" err="1"/>
              <a:t>on</a:t>
            </a:r>
            <a:r>
              <a:rPr lang="en-US" sz="2400" dirty="0"/>
              <a:t>’t repeat yourself”</a:t>
            </a:r>
          </a:p>
          <a:p>
            <a:pPr lvl="0"/>
            <a:r>
              <a:rPr lang="hu-HU" sz="2400" dirty="0"/>
              <a:t>egy rendszeren belül a tudás minden darabkájának egyetlen, egyértelmű és megbízható reprezentációval kell rendelkeznie</a:t>
            </a:r>
            <a:endParaRPr lang="en-US" sz="2400" dirty="0"/>
          </a:p>
          <a:p>
            <a:pPr lvl="1"/>
            <a:r>
              <a:rPr lang="hu-HU" sz="1600" dirty="0"/>
              <a:t>a rendszer egy elemének a módosítása nem igényli a rendszer más, a módosított elemmel kapcsolatan nem lévő részek megváltoztatását</a:t>
            </a:r>
            <a:endParaRPr lang="en-US" sz="1600" dirty="0"/>
          </a:p>
          <a:p>
            <a:pPr lvl="1"/>
            <a:r>
              <a:rPr lang="en-US" sz="1600" dirty="0"/>
              <a:t>a</a:t>
            </a:r>
            <a:r>
              <a:rPr lang="hu-HU" sz="1600" dirty="0"/>
              <a:t> legegyszerűbb példa az </a:t>
            </a:r>
            <a:r>
              <a:rPr lang="en-US" sz="1600" dirty="0" err="1"/>
              <a:t>elvre</a:t>
            </a:r>
            <a:r>
              <a:rPr lang="en-US" sz="1600" dirty="0"/>
              <a:t> ay </a:t>
            </a:r>
            <a:r>
              <a:rPr lang="hu-HU" sz="1600" dirty="0"/>
              <a:t>ismétlődő kódrészletek önálló metódusba történő kiemelése</a:t>
            </a:r>
          </a:p>
        </p:txBody>
      </p:sp>
      <p:sp>
        <p:nvSpPr>
          <p:cNvPr id="111" name="Google Shape;111;p16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sine"/>
                <a:cs typeface="Cousine"/>
                <a:sym typeface="Cousine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4223963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ctrTitle" idx="4294967295"/>
          </p:nvPr>
        </p:nvSpPr>
        <p:spPr>
          <a:xfrm>
            <a:off x="685800" y="3748953"/>
            <a:ext cx="7772400" cy="10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 b="1" dirty="0"/>
              <a:t>KISS</a:t>
            </a:r>
            <a:endParaRPr sz="3600" b="1" dirty="0"/>
          </a:p>
        </p:txBody>
      </p:sp>
      <p:grpSp>
        <p:nvGrpSpPr>
          <p:cNvPr id="118" name="Google Shape;118;p17"/>
          <p:cNvGrpSpPr/>
          <p:nvPr/>
        </p:nvGrpSpPr>
        <p:grpSpPr>
          <a:xfrm>
            <a:off x="3030219" y="756050"/>
            <a:ext cx="2931161" cy="2815726"/>
            <a:chOff x="3075562" y="756050"/>
            <a:chExt cx="2931161" cy="2815726"/>
          </a:xfrm>
        </p:grpSpPr>
        <p:sp>
          <p:nvSpPr>
            <p:cNvPr id="119" name="Google Shape;119;p17"/>
            <p:cNvSpPr/>
            <p:nvPr/>
          </p:nvSpPr>
          <p:spPr>
            <a:xfrm>
              <a:off x="3950843" y="1762696"/>
              <a:ext cx="1326900" cy="1326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3472643" y="1284496"/>
              <a:ext cx="2283300" cy="22833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5883273" y="1280600"/>
              <a:ext cx="123450" cy="2275725"/>
            </a:xfrm>
            <a:custGeom>
              <a:avLst/>
              <a:gdLst/>
              <a:ahLst/>
              <a:cxnLst/>
              <a:rect l="l" t="t" r="r" b="b"/>
              <a:pathLst>
                <a:path w="4938" h="91029" extrusionOk="0">
                  <a:moveTo>
                    <a:pt x="0" y="0"/>
                  </a:moveTo>
                  <a:lnTo>
                    <a:pt x="4938" y="0"/>
                  </a:lnTo>
                  <a:lnTo>
                    <a:pt x="4938" y="91029"/>
                  </a:lnTo>
                  <a:lnTo>
                    <a:pt x="0" y="91029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"/>
              <a:headEnd type="none" w="med" len="med"/>
              <a:tailEnd type="none" w="med" len="med"/>
            </a:ln>
          </p:spPr>
        </p:sp>
        <p:sp>
          <p:nvSpPr>
            <p:cNvPr id="122" name="Google Shape;122;p17"/>
            <p:cNvSpPr/>
            <p:nvPr/>
          </p:nvSpPr>
          <p:spPr>
            <a:xfrm rot="-5400000">
              <a:off x="4546838" y="-55875"/>
              <a:ext cx="123450" cy="2275725"/>
            </a:xfrm>
            <a:custGeom>
              <a:avLst/>
              <a:gdLst/>
              <a:ahLst/>
              <a:cxnLst/>
              <a:rect l="l" t="t" r="r" b="b"/>
              <a:pathLst>
                <a:path w="4938" h="91029" extrusionOk="0">
                  <a:moveTo>
                    <a:pt x="0" y="0"/>
                  </a:moveTo>
                  <a:lnTo>
                    <a:pt x="4938" y="0"/>
                  </a:lnTo>
                  <a:lnTo>
                    <a:pt x="4938" y="91029"/>
                  </a:lnTo>
                  <a:lnTo>
                    <a:pt x="0" y="91029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"/>
              <a:headEnd type="none" w="med" len="med"/>
              <a:tailEnd type="none" w="med" len="med"/>
            </a:ln>
          </p:spPr>
        </p:sp>
        <p:sp>
          <p:nvSpPr>
            <p:cNvPr id="123" name="Google Shape;123;p17"/>
            <p:cNvSpPr/>
            <p:nvPr/>
          </p:nvSpPr>
          <p:spPr>
            <a:xfrm rot="-5400000">
              <a:off x="3075562" y="756050"/>
              <a:ext cx="1326900" cy="13269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triangl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24" name="Google Shape;124;p17"/>
            <p:cNvCxnSpPr/>
            <p:nvPr/>
          </p:nvCxnSpPr>
          <p:spPr>
            <a:xfrm>
              <a:off x="3480293" y="1292146"/>
              <a:ext cx="2268000" cy="22680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5" name="Google Shape;125;p17"/>
            <p:cNvCxnSpPr>
              <a:endCxn id="119" idx="7"/>
            </p:cNvCxnSpPr>
            <p:nvPr/>
          </p:nvCxnSpPr>
          <p:spPr>
            <a:xfrm flipH="1">
              <a:off x="5083423" y="1280516"/>
              <a:ext cx="676500" cy="676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6" name="Google Shape;126;p17"/>
            <p:cNvCxnSpPr/>
            <p:nvPr/>
          </p:nvCxnSpPr>
          <p:spPr>
            <a:xfrm>
              <a:off x="3345288" y="1288325"/>
              <a:ext cx="0" cy="22833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triangle" w="sm" len="sm"/>
              <a:tailEnd type="triangle" w="sm" len="sm"/>
            </a:ln>
          </p:spPr>
        </p:cxnSp>
        <p:cxnSp>
          <p:nvCxnSpPr>
            <p:cNvPr id="127" name="Google Shape;127;p17"/>
            <p:cNvCxnSpPr>
              <a:stCxn id="119" idx="3"/>
            </p:cNvCxnSpPr>
            <p:nvPr/>
          </p:nvCxnSpPr>
          <p:spPr>
            <a:xfrm flipH="1">
              <a:off x="3468663" y="2895276"/>
              <a:ext cx="676500" cy="676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28" name="Google Shape;128;p17"/>
          <p:cNvSpPr/>
          <p:nvPr/>
        </p:nvSpPr>
        <p:spPr>
          <a:xfrm>
            <a:off x="4177025" y="1997048"/>
            <a:ext cx="789947" cy="797788"/>
          </a:xfrm>
          <a:custGeom>
            <a:avLst/>
            <a:gdLst/>
            <a:ahLst/>
            <a:cxnLst/>
            <a:rect l="l" t="t" r="r" b="b"/>
            <a:pathLst>
              <a:path w="17228" h="17399" extrusionOk="0">
                <a:moveTo>
                  <a:pt x="14162" y="439"/>
                </a:moveTo>
                <a:lnTo>
                  <a:pt x="14478" y="512"/>
                </a:lnTo>
                <a:lnTo>
                  <a:pt x="14794" y="609"/>
                </a:lnTo>
                <a:lnTo>
                  <a:pt x="15111" y="755"/>
                </a:lnTo>
                <a:lnTo>
                  <a:pt x="15403" y="925"/>
                </a:lnTo>
                <a:lnTo>
                  <a:pt x="15670" y="1120"/>
                </a:lnTo>
                <a:lnTo>
                  <a:pt x="15914" y="1315"/>
                </a:lnTo>
                <a:lnTo>
                  <a:pt x="16108" y="1534"/>
                </a:lnTo>
                <a:lnTo>
                  <a:pt x="15987" y="1558"/>
                </a:lnTo>
                <a:lnTo>
                  <a:pt x="15889" y="1607"/>
                </a:lnTo>
                <a:lnTo>
                  <a:pt x="15816" y="1655"/>
                </a:lnTo>
                <a:lnTo>
                  <a:pt x="15792" y="1680"/>
                </a:lnTo>
                <a:lnTo>
                  <a:pt x="15768" y="1728"/>
                </a:lnTo>
                <a:lnTo>
                  <a:pt x="15768" y="1777"/>
                </a:lnTo>
                <a:lnTo>
                  <a:pt x="15792" y="1826"/>
                </a:lnTo>
                <a:lnTo>
                  <a:pt x="15865" y="1850"/>
                </a:lnTo>
                <a:lnTo>
                  <a:pt x="15938" y="1874"/>
                </a:lnTo>
                <a:lnTo>
                  <a:pt x="16230" y="1874"/>
                </a:lnTo>
                <a:lnTo>
                  <a:pt x="16352" y="1850"/>
                </a:lnTo>
                <a:lnTo>
                  <a:pt x="16546" y="2166"/>
                </a:lnTo>
                <a:lnTo>
                  <a:pt x="16254" y="2142"/>
                </a:lnTo>
                <a:lnTo>
                  <a:pt x="16011" y="2142"/>
                </a:lnTo>
                <a:lnTo>
                  <a:pt x="15987" y="2166"/>
                </a:lnTo>
                <a:lnTo>
                  <a:pt x="15987" y="2191"/>
                </a:lnTo>
                <a:lnTo>
                  <a:pt x="16133" y="2312"/>
                </a:lnTo>
                <a:lnTo>
                  <a:pt x="16303" y="2410"/>
                </a:lnTo>
                <a:lnTo>
                  <a:pt x="16473" y="2458"/>
                </a:lnTo>
                <a:lnTo>
                  <a:pt x="16668" y="2507"/>
                </a:lnTo>
                <a:lnTo>
                  <a:pt x="16717" y="2750"/>
                </a:lnTo>
                <a:lnTo>
                  <a:pt x="16741" y="2994"/>
                </a:lnTo>
                <a:lnTo>
                  <a:pt x="16522" y="2872"/>
                </a:lnTo>
                <a:lnTo>
                  <a:pt x="16352" y="2799"/>
                </a:lnTo>
                <a:lnTo>
                  <a:pt x="16181" y="2702"/>
                </a:lnTo>
                <a:lnTo>
                  <a:pt x="16011" y="2653"/>
                </a:lnTo>
                <a:lnTo>
                  <a:pt x="15792" y="2653"/>
                </a:lnTo>
                <a:lnTo>
                  <a:pt x="15768" y="2677"/>
                </a:lnTo>
                <a:lnTo>
                  <a:pt x="15768" y="2702"/>
                </a:lnTo>
                <a:lnTo>
                  <a:pt x="15768" y="2726"/>
                </a:lnTo>
                <a:lnTo>
                  <a:pt x="15889" y="2872"/>
                </a:lnTo>
                <a:lnTo>
                  <a:pt x="16035" y="2994"/>
                </a:lnTo>
                <a:lnTo>
                  <a:pt x="16327" y="3213"/>
                </a:lnTo>
                <a:lnTo>
                  <a:pt x="16522" y="3334"/>
                </a:lnTo>
                <a:lnTo>
                  <a:pt x="16619" y="3407"/>
                </a:lnTo>
                <a:lnTo>
                  <a:pt x="16717" y="3456"/>
                </a:lnTo>
                <a:lnTo>
                  <a:pt x="16692" y="3651"/>
                </a:lnTo>
                <a:lnTo>
                  <a:pt x="16619" y="3845"/>
                </a:lnTo>
                <a:lnTo>
                  <a:pt x="16400" y="3602"/>
                </a:lnTo>
                <a:lnTo>
                  <a:pt x="16133" y="3407"/>
                </a:lnTo>
                <a:lnTo>
                  <a:pt x="15987" y="3310"/>
                </a:lnTo>
                <a:lnTo>
                  <a:pt x="15841" y="3237"/>
                </a:lnTo>
                <a:lnTo>
                  <a:pt x="15695" y="3188"/>
                </a:lnTo>
                <a:lnTo>
                  <a:pt x="15524" y="3164"/>
                </a:lnTo>
                <a:lnTo>
                  <a:pt x="15476" y="3188"/>
                </a:lnTo>
                <a:lnTo>
                  <a:pt x="15476" y="3213"/>
                </a:lnTo>
                <a:lnTo>
                  <a:pt x="15476" y="3237"/>
                </a:lnTo>
                <a:lnTo>
                  <a:pt x="15500" y="3261"/>
                </a:lnTo>
                <a:lnTo>
                  <a:pt x="15597" y="3359"/>
                </a:lnTo>
                <a:lnTo>
                  <a:pt x="15695" y="3432"/>
                </a:lnTo>
                <a:lnTo>
                  <a:pt x="15987" y="3699"/>
                </a:lnTo>
                <a:lnTo>
                  <a:pt x="16230" y="3918"/>
                </a:lnTo>
                <a:lnTo>
                  <a:pt x="16449" y="4162"/>
                </a:lnTo>
                <a:lnTo>
                  <a:pt x="16473" y="4186"/>
                </a:lnTo>
                <a:lnTo>
                  <a:pt x="16254" y="4526"/>
                </a:lnTo>
                <a:lnTo>
                  <a:pt x="16206" y="4453"/>
                </a:lnTo>
                <a:lnTo>
                  <a:pt x="16133" y="4380"/>
                </a:lnTo>
                <a:lnTo>
                  <a:pt x="15962" y="4259"/>
                </a:lnTo>
                <a:lnTo>
                  <a:pt x="15646" y="4040"/>
                </a:lnTo>
                <a:lnTo>
                  <a:pt x="15403" y="3821"/>
                </a:lnTo>
                <a:lnTo>
                  <a:pt x="15159" y="3626"/>
                </a:lnTo>
                <a:lnTo>
                  <a:pt x="15111" y="3626"/>
                </a:lnTo>
                <a:lnTo>
                  <a:pt x="15062" y="3651"/>
                </a:lnTo>
                <a:lnTo>
                  <a:pt x="15013" y="3724"/>
                </a:lnTo>
                <a:lnTo>
                  <a:pt x="15013" y="3821"/>
                </a:lnTo>
                <a:lnTo>
                  <a:pt x="15013" y="3894"/>
                </a:lnTo>
                <a:lnTo>
                  <a:pt x="15038" y="3991"/>
                </a:lnTo>
                <a:lnTo>
                  <a:pt x="15135" y="4137"/>
                </a:lnTo>
                <a:lnTo>
                  <a:pt x="15257" y="4283"/>
                </a:lnTo>
                <a:lnTo>
                  <a:pt x="15427" y="4453"/>
                </a:lnTo>
                <a:lnTo>
                  <a:pt x="15622" y="4599"/>
                </a:lnTo>
                <a:lnTo>
                  <a:pt x="15816" y="4745"/>
                </a:lnTo>
                <a:lnTo>
                  <a:pt x="15914" y="4818"/>
                </a:lnTo>
                <a:lnTo>
                  <a:pt x="16011" y="4843"/>
                </a:lnTo>
                <a:lnTo>
                  <a:pt x="15792" y="5135"/>
                </a:lnTo>
                <a:lnTo>
                  <a:pt x="14867" y="4162"/>
                </a:lnTo>
                <a:lnTo>
                  <a:pt x="13967" y="3213"/>
                </a:lnTo>
                <a:lnTo>
                  <a:pt x="13505" y="2750"/>
                </a:lnTo>
                <a:lnTo>
                  <a:pt x="13018" y="2288"/>
                </a:lnTo>
                <a:lnTo>
                  <a:pt x="12531" y="1850"/>
                </a:lnTo>
                <a:lnTo>
                  <a:pt x="12021" y="1461"/>
                </a:lnTo>
                <a:lnTo>
                  <a:pt x="12021" y="1388"/>
                </a:lnTo>
                <a:lnTo>
                  <a:pt x="12118" y="1315"/>
                </a:lnTo>
                <a:lnTo>
                  <a:pt x="12215" y="1242"/>
                </a:lnTo>
                <a:lnTo>
                  <a:pt x="12385" y="1047"/>
                </a:lnTo>
                <a:lnTo>
                  <a:pt x="12629" y="852"/>
                </a:lnTo>
                <a:lnTo>
                  <a:pt x="12921" y="682"/>
                </a:lnTo>
                <a:lnTo>
                  <a:pt x="13213" y="560"/>
                </a:lnTo>
                <a:lnTo>
                  <a:pt x="13505" y="463"/>
                </a:lnTo>
                <a:lnTo>
                  <a:pt x="13675" y="439"/>
                </a:lnTo>
                <a:close/>
                <a:moveTo>
                  <a:pt x="11753" y="1704"/>
                </a:moveTo>
                <a:lnTo>
                  <a:pt x="11826" y="1850"/>
                </a:lnTo>
                <a:lnTo>
                  <a:pt x="11948" y="1972"/>
                </a:lnTo>
                <a:lnTo>
                  <a:pt x="12093" y="2069"/>
                </a:lnTo>
                <a:lnTo>
                  <a:pt x="12385" y="2288"/>
                </a:lnTo>
                <a:lnTo>
                  <a:pt x="12677" y="2531"/>
                </a:lnTo>
                <a:lnTo>
                  <a:pt x="12945" y="2823"/>
                </a:lnTo>
                <a:lnTo>
                  <a:pt x="13480" y="3383"/>
                </a:lnTo>
                <a:lnTo>
                  <a:pt x="14478" y="4453"/>
                </a:lnTo>
                <a:lnTo>
                  <a:pt x="15500" y="5500"/>
                </a:lnTo>
                <a:lnTo>
                  <a:pt x="15111" y="5962"/>
                </a:lnTo>
                <a:lnTo>
                  <a:pt x="14600" y="5500"/>
                </a:lnTo>
                <a:lnTo>
                  <a:pt x="14113" y="5013"/>
                </a:lnTo>
                <a:lnTo>
                  <a:pt x="13213" y="4016"/>
                </a:lnTo>
                <a:lnTo>
                  <a:pt x="12750" y="3529"/>
                </a:lnTo>
                <a:lnTo>
                  <a:pt x="12264" y="3018"/>
                </a:lnTo>
                <a:lnTo>
                  <a:pt x="11777" y="2556"/>
                </a:lnTo>
                <a:lnTo>
                  <a:pt x="11266" y="2093"/>
                </a:lnTo>
                <a:lnTo>
                  <a:pt x="11753" y="1704"/>
                </a:lnTo>
                <a:close/>
                <a:moveTo>
                  <a:pt x="13724" y="5232"/>
                </a:moveTo>
                <a:lnTo>
                  <a:pt x="14235" y="5767"/>
                </a:lnTo>
                <a:lnTo>
                  <a:pt x="14794" y="6278"/>
                </a:lnTo>
                <a:lnTo>
                  <a:pt x="14575" y="6497"/>
                </a:lnTo>
                <a:lnTo>
                  <a:pt x="14259" y="6278"/>
                </a:lnTo>
                <a:lnTo>
                  <a:pt x="13967" y="6035"/>
                </a:lnTo>
                <a:lnTo>
                  <a:pt x="13699" y="5792"/>
                </a:lnTo>
                <a:lnTo>
                  <a:pt x="13432" y="5573"/>
                </a:lnTo>
                <a:lnTo>
                  <a:pt x="13724" y="5232"/>
                </a:lnTo>
                <a:close/>
                <a:moveTo>
                  <a:pt x="13261" y="5767"/>
                </a:moveTo>
                <a:lnTo>
                  <a:pt x="13359" y="5913"/>
                </a:lnTo>
                <a:lnTo>
                  <a:pt x="13456" y="6059"/>
                </a:lnTo>
                <a:lnTo>
                  <a:pt x="13724" y="6303"/>
                </a:lnTo>
                <a:lnTo>
                  <a:pt x="13991" y="6546"/>
                </a:lnTo>
                <a:lnTo>
                  <a:pt x="14137" y="6668"/>
                </a:lnTo>
                <a:lnTo>
                  <a:pt x="14308" y="6765"/>
                </a:lnTo>
                <a:lnTo>
                  <a:pt x="14235" y="6814"/>
                </a:lnTo>
                <a:lnTo>
                  <a:pt x="14137" y="6692"/>
                </a:lnTo>
                <a:lnTo>
                  <a:pt x="13991" y="6595"/>
                </a:lnTo>
                <a:lnTo>
                  <a:pt x="13699" y="6400"/>
                </a:lnTo>
                <a:lnTo>
                  <a:pt x="13359" y="6230"/>
                </a:lnTo>
                <a:lnTo>
                  <a:pt x="13188" y="6132"/>
                </a:lnTo>
                <a:lnTo>
                  <a:pt x="13042" y="6011"/>
                </a:lnTo>
                <a:lnTo>
                  <a:pt x="13261" y="5767"/>
                </a:lnTo>
                <a:close/>
                <a:moveTo>
                  <a:pt x="13018" y="6059"/>
                </a:moveTo>
                <a:lnTo>
                  <a:pt x="13188" y="6303"/>
                </a:lnTo>
                <a:lnTo>
                  <a:pt x="13286" y="6424"/>
                </a:lnTo>
                <a:lnTo>
                  <a:pt x="13407" y="6522"/>
                </a:lnTo>
                <a:lnTo>
                  <a:pt x="14040" y="7008"/>
                </a:lnTo>
                <a:lnTo>
                  <a:pt x="13699" y="7349"/>
                </a:lnTo>
                <a:lnTo>
                  <a:pt x="13675" y="7325"/>
                </a:lnTo>
                <a:lnTo>
                  <a:pt x="13505" y="7227"/>
                </a:lnTo>
                <a:lnTo>
                  <a:pt x="13334" y="7106"/>
                </a:lnTo>
                <a:lnTo>
                  <a:pt x="13018" y="6838"/>
                </a:lnTo>
                <a:lnTo>
                  <a:pt x="12799" y="6668"/>
                </a:lnTo>
                <a:lnTo>
                  <a:pt x="12702" y="6595"/>
                </a:lnTo>
                <a:lnTo>
                  <a:pt x="12580" y="6546"/>
                </a:lnTo>
                <a:lnTo>
                  <a:pt x="12799" y="6303"/>
                </a:lnTo>
                <a:lnTo>
                  <a:pt x="13018" y="6059"/>
                </a:lnTo>
                <a:close/>
                <a:moveTo>
                  <a:pt x="12385" y="6716"/>
                </a:moveTo>
                <a:lnTo>
                  <a:pt x="12483" y="6838"/>
                </a:lnTo>
                <a:lnTo>
                  <a:pt x="12580" y="6935"/>
                </a:lnTo>
                <a:lnTo>
                  <a:pt x="12799" y="7130"/>
                </a:lnTo>
                <a:lnTo>
                  <a:pt x="13091" y="7398"/>
                </a:lnTo>
                <a:lnTo>
                  <a:pt x="13407" y="7617"/>
                </a:lnTo>
                <a:lnTo>
                  <a:pt x="13018" y="8006"/>
                </a:lnTo>
                <a:lnTo>
                  <a:pt x="12921" y="8079"/>
                </a:lnTo>
                <a:lnTo>
                  <a:pt x="12823" y="7909"/>
                </a:lnTo>
                <a:lnTo>
                  <a:pt x="12653" y="7763"/>
                </a:lnTo>
                <a:lnTo>
                  <a:pt x="12312" y="7495"/>
                </a:lnTo>
                <a:lnTo>
                  <a:pt x="12093" y="7325"/>
                </a:lnTo>
                <a:lnTo>
                  <a:pt x="11972" y="7252"/>
                </a:lnTo>
                <a:lnTo>
                  <a:pt x="11850" y="7179"/>
                </a:lnTo>
                <a:lnTo>
                  <a:pt x="12385" y="6716"/>
                </a:lnTo>
                <a:close/>
                <a:moveTo>
                  <a:pt x="11631" y="7373"/>
                </a:moveTo>
                <a:lnTo>
                  <a:pt x="11729" y="7471"/>
                </a:lnTo>
                <a:lnTo>
                  <a:pt x="11850" y="7568"/>
                </a:lnTo>
                <a:lnTo>
                  <a:pt x="12093" y="7738"/>
                </a:lnTo>
                <a:lnTo>
                  <a:pt x="12434" y="8055"/>
                </a:lnTo>
                <a:lnTo>
                  <a:pt x="12556" y="8201"/>
                </a:lnTo>
                <a:lnTo>
                  <a:pt x="12702" y="8322"/>
                </a:lnTo>
                <a:lnTo>
                  <a:pt x="11948" y="9150"/>
                </a:lnTo>
                <a:lnTo>
                  <a:pt x="11680" y="8906"/>
                </a:lnTo>
                <a:lnTo>
                  <a:pt x="11364" y="8687"/>
                </a:lnTo>
                <a:lnTo>
                  <a:pt x="11072" y="8444"/>
                </a:lnTo>
                <a:lnTo>
                  <a:pt x="10780" y="8201"/>
                </a:lnTo>
                <a:lnTo>
                  <a:pt x="11096" y="7860"/>
                </a:lnTo>
                <a:lnTo>
                  <a:pt x="11193" y="7957"/>
                </a:lnTo>
                <a:lnTo>
                  <a:pt x="11291" y="8030"/>
                </a:lnTo>
                <a:lnTo>
                  <a:pt x="11461" y="8176"/>
                </a:lnTo>
                <a:lnTo>
                  <a:pt x="11777" y="8493"/>
                </a:lnTo>
                <a:lnTo>
                  <a:pt x="11972" y="8614"/>
                </a:lnTo>
                <a:lnTo>
                  <a:pt x="12166" y="8736"/>
                </a:lnTo>
                <a:lnTo>
                  <a:pt x="12288" y="8736"/>
                </a:lnTo>
                <a:lnTo>
                  <a:pt x="12337" y="8712"/>
                </a:lnTo>
                <a:lnTo>
                  <a:pt x="12361" y="8639"/>
                </a:lnTo>
                <a:lnTo>
                  <a:pt x="12361" y="8566"/>
                </a:lnTo>
                <a:lnTo>
                  <a:pt x="12337" y="8493"/>
                </a:lnTo>
                <a:lnTo>
                  <a:pt x="12118" y="8322"/>
                </a:lnTo>
                <a:lnTo>
                  <a:pt x="11899" y="8152"/>
                </a:lnTo>
                <a:lnTo>
                  <a:pt x="11461" y="7811"/>
                </a:lnTo>
                <a:lnTo>
                  <a:pt x="11291" y="7690"/>
                </a:lnTo>
                <a:lnTo>
                  <a:pt x="11631" y="7373"/>
                </a:lnTo>
                <a:close/>
                <a:moveTo>
                  <a:pt x="10634" y="8371"/>
                </a:moveTo>
                <a:lnTo>
                  <a:pt x="10731" y="8541"/>
                </a:lnTo>
                <a:lnTo>
                  <a:pt x="10853" y="8687"/>
                </a:lnTo>
                <a:lnTo>
                  <a:pt x="10974" y="8809"/>
                </a:lnTo>
                <a:lnTo>
                  <a:pt x="11145" y="8931"/>
                </a:lnTo>
                <a:lnTo>
                  <a:pt x="11461" y="9150"/>
                </a:lnTo>
                <a:lnTo>
                  <a:pt x="11753" y="9369"/>
                </a:lnTo>
                <a:lnTo>
                  <a:pt x="11461" y="9685"/>
                </a:lnTo>
                <a:lnTo>
                  <a:pt x="11145" y="9442"/>
                </a:lnTo>
                <a:lnTo>
                  <a:pt x="10828" y="9198"/>
                </a:lnTo>
                <a:lnTo>
                  <a:pt x="10585" y="8955"/>
                </a:lnTo>
                <a:lnTo>
                  <a:pt x="10463" y="8833"/>
                </a:lnTo>
                <a:lnTo>
                  <a:pt x="10317" y="8736"/>
                </a:lnTo>
                <a:lnTo>
                  <a:pt x="10634" y="8371"/>
                </a:lnTo>
                <a:close/>
                <a:moveTo>
                  <a:pt x="10196" y="8931"/>
                </a:moveTo>
                <a:lnTo>
                  <a:pt x="10269" y="9052"/>
                </a:lnTo>
                <a:lnTo>
                  <a:pt x="10366" y="9198"/>
                </a:lnTo>
                <a:lnTo>
                  <a:pt x="10609" y="9417"/>
                </a:lnTo>
                <a:lnTo>
                  <a:pt x="10901" y="9709"/>
                </a:lnTo>
                <a:lnTo>
                  <a:pt x="11072" y="9831"/>
                </a:lnTo>
                <a:lnTo>
                  <a:pt x="11242" y="9953"/>
                </a:lnTo>
                <a:lnTo>
                  <a:pt x="10415" y="10853"/>
                </a:lnTo>
                <a:lnTo>
                  <a:pt x="10317" y="10707"/>
                </a:lnTo>
                <a:lnTo>
                  <a:pt x="10196" y="10585"/>
                </a:lnTo>
                <a:lnTo>
                  <a:pt x="9904" y="10366"/>
                </a:lnTo>
                <a:lnTo>
                  <a:pt x="9636" y="10172"/>
                </a:lnTo>
                <a:lnTo>
                  <a:pt x="9466" y="10074"/>
                </a:lnTo>
                <a:lnTo>
                  <a:pt x="9320" y="10001"/>
                </a:lnTo>
                <a:lnTo>
                  <a:pt x="9563" y="9709"/>
                </a:lnTo>
                <a:lnTo>
                  <a:pt x="9782" y="9880"/>
                </a:lnTo>
                <a:lnTo>
                  <a:pt x="10001" y="10026"/>
                </a:lnTo>
                <a:lnTo>
                  <a:pt x="10244" y="10245"/>
                </a:lnTo>
                <a:lnTo>
                  <a:pt x="10390" y="10366"/>
                </a:lnTo>
                <a:lnTo>
                  <a:pt x="10536" y="10464"/>
                </a:lnTo>
                <a:lnTo>
                  <a:pt x="10609" y="10488"/>
                </a:lnTo>
                <a:lnTo>
                  <a:pt x="10658" y="10464"/>
                </a:lnTo>
                <a:lnTo>
                  <a:pt x="10731" y="10439"/>
                </a:lnTo>
                <a:lnTo>
                  <a:pt x="10780" y="10391"/>
                </a:lnTo>
                <a:lnTo>
                  <a:pt x="10804" y="10342"/>
                </a:lnTo>
                <a:lnTo>
                  <a:pt x="10828" y="10269"/>
                </a:lnTo>
                <a:lnTo>
                  <a:pt x="10804" y="10220"/>
                </a:lnTo>
                <a:lnTo>
                  <a:pt x="10755" y="10147"/>
                </a:lnTo>
                <a:lnTo>
                  <a:pt x="10220" y="9734"/>
                </a:lnTo>
                <a:lnTo>
                  <a:pt x="10001" y="9563"/>
                </a:lnTo>
                <a:lnTo>
                  <a:pt x="9904" y="9490"/>
                </a:lnTo>
                <a:lnTo>
                  <a:pt x="9782" y="9442"/>
                </a:lnTo>
                <a:lnTo>
                  <a:pt x="10196" y="8931"/>
                </a:lnTo>
                <a:close/>
                <a:moveTo>
                  <a:pt x="9125" y="10245"/>
                </a:moveTo>
                <a:lnTo>
                  <a:pt x="9247" y="10342"/>
                </a:lnTo>
                <a:lnTo>
                  <a:pt x="9368" y="10415"/>
                </a:lnTo>
                <a:lnTo>
                  <a:pt x="9612" y="10585"/>
                </a:lnTo>
                <a:lnTo>
                  <a:pt x="9904" y="10829"/>
                </a:lnTo>
                <a:lnTo>
                  <a:pt x="10050" y="10950"/>
                </a:lnTo>
                <a:lnTo>
                  <a:pt x="10220" y="11048"/>
                </a:lnTo>
                <a:lnTo>
                  <a:pt x="9685" y="11583"/>
                </a:lnTo>
                <a:lnTo>
                  <a:pt x="9685" y="11534"/>
                </a:lnTo>
                <a:lnTo>
                  <a:pt x="9660" y="11437"/>
                </a:lnTo>
                <a:lnTo>
                  <a:pt x="9587" y="11364"/>
                </a:lnTo>
                <a:lnTo>
                  <a:pt x="9417" y="11218"/>
                </a:lnTo>
                <a:lnTo>
                  <a:pt x="9222" y="11023"/>
                </a:lnTo>
                <a:lnTo>
                  <a:pt x="9028" y="10853"/>
                </a:lnTo>
                <a:lnTo>
                  <a:pt x="8906" y="10756"/>
                </a:lnTo>
                <a:lnTo>
                  <a:pt x="8736" y="10683"/>
                </a:lnTo>
                <a:lnTo>
                  <a:pt x="8833" y="10585"/>
                </a:lnTo>
                <a:lnTo>
                  <a:pt x="9125" y="10245"/>
                </a:lnTo>
                <a:close/>
                <a:moveTo>
                  <a:pt x="8468" y="10926"/>
                </a:moveTo>
                <a:lnTo>
                  <a:pt x="8687" y="11096"/>
                </a:lnTo>
                <a:lnTo>
                  <a:pt x="8930" y="11291"/>
                </a:lnTo>
                <a:lnTo>
                  <a:pt x="9052" y="11437"/>
                </a:lnTo>
                <a:lnTo>
                  <a:pt x="9198" y="11583"/>
                </a:lnTo>
                <a:lnTo>
                  <a:pt x="9271" y="11656"/>
                </a:lnTo>
                <a:lnTo>
                  <a:pt x="9344" y="11705"/>
                </a:lnTo>
                <a:lnTo>
                  <a:pt x="9441" y="11753"/>
                </a:lnTo>
                <a:lnTo>
                  <a:pt x="9539" y="11753"/>
                </a:lnTo>
                <a:lnTo>
                  <a:pt x="8468" y="12824"/>
                </a:lnTo>
                <a:lnTo>
                  <a:pt x="8152" y="12532"/>
                </a:lnTo>
                <a:lnTo>
                  <a:pt x="7811" y="12240"/>
                </a:lnTo>
                <a:lnTo>
                  <a:pt x="7470" y="11899"/>
                </a:lnTo>
                <a:lnTo>
                  <a:pt x="7349" y="11826"/>
                </a:lnTo>
                <a:lnTo>
                  <a:pt x="7738" y="11534"/>
                </a:lnTo>
                <a:lnTo>
                  <a:pt x="7860" y="11705"/>
                </a:lnTo>
                <a:lnTo>
                  <a:pt x="8006" y="11875"/>
                </a:lnTo>
                <a:lnTo>
                  <a:pt x="8371" y="12264"/>
                </a:lnTo>
                <a:lnTo>
                  <a:pt x="8517" y="12434"/>
                </a:lnTo>
                <a:lnTo>
                  <a:pt x="8590" y="12483"/>
                </a:lnTo>
                <a:lnTo>
                  <a:pt x="8687" y="12507"/>
                </a:lnTo>
                <a:lnTo>
                  <a:pt x="8736" y="12507"/>
                </a:lnTo>
                <a:lnTo>
                  <a:pt x="8809" y="12483"/>
                </a:lnTo>
                <a:lnTo>
                  <a:pt x="8833" y="12434"/>
                </a:lnTo>
                <a:lnTo>
                  <a:pt x="8857" y="12386"/>
                </a:lnTo>
                <a:lnTo>
                  <a:pt x="8857" y="12289"/>
                </a:lnTo>
                <a:lnTo>
                  <a:pt x="8809" y="12191"/>
                </a:lnTo>
                <a:lnTo>
                  <a:pt x="8760" y="12094"/>
                </a:lnTo>
                <a:lnTo>
                  <a:pt x="8663" y="11997"/>
                </a:lnTo>
                <a:lnTo>
                  <a:pt x="8492" y="11826"/>
                </a:lnTo>
                <a:lnTo>
                  <a:pt x="8322" y="11680"/>
                </a:lnTo>
                <a:lnTo>
                  <a:pt x="8152" y="11510"/>
                </a:lnTo>
                <a:lnTo>
                  <a:pt x="7957" y="11364"/>
                </a:lnTo>
                <a:lnTo>
                  <a:pt x="8468" y="10926"/>
                </a:lnTo>
                <a:close/>
                <a:moveTo>
                  <a:pt x="11047" y="2312"/>
                </a:moveTo>
                <a:lnTo>
                  <a:pt x="11120" y="2434"/>
                </a:lnTo>
                <a:lnTo>
                  <a:pt x="11218" y="2531"/>
                </a:lnTo>
                <a:lnTo>
                  <a:pt x="11437" y="2750"/>
                </a:lnTo>
                <a:lnTo>
                  <a:pt x="11850" y="3213"/>
                </a:lnTo>
                <a:lnTo>
                  <a:pt x="11826" y="3213"/>
                </a:lnTo>
                <a:lnTo>
                  <a:pt x="11193" y="3748"/>
                </a:lnTo>
                <a:lnTo>
                  <a:pt x="10609" y="4283"/>
                </a:lnTo>
                <a:lnTo>
                  <a:pt x="10025" y="4867"/>
                </a:lnTo>
                <a:lnTo>
                  <a:pt x="9490" y="5500"/>
                </a:lnTo>
                <a:lnTo>
                  <a:pt x="9174" y="5865"/>
                </a:lnTo>
                <a:lnTo>
                  <a:pt x="8857" y="6254"/>
                </a:lnTo>
                <a:lnTo>
                  <a:pt x="8517" y="6595"/>
                </a:lnTo>
                <a:lnTo>
                  <a:pt x="8176" y="6935"/>
                </a:lnTo>
                <a:lnTo>
                  <a:pt x="7373" y="7617"/>
                </a:lnTo>
                <a:lnTo>
                  <a:pt x="6984" y="7933"/>
                </a:lnTo>
                <a:lnTo>
                  <a:pt x="6594" y="8274"/>
                </a:lnTo>
                <a:lnTo>
                  <a:pt x="6229" y="8639"/>
                </a:lnTo>
                <a:lnTo>
                  <a:pt x="5864" y="9004"/>
                </a:lnTo>
                <a:lnTo>
                  <a:pt x="5183" y="9782"/>
                </a:lnTo>
                <a:lnTo>
                  <a:pt x="4502" y="10537"/>
                </a:lnTo>
                <a:lnTo>
                  <a:pt x="4137" y="10902"/>
                </a:lnTo>
                <a:lnTo>
                  <a:pt x="3772" y="11242"/>
                </a:lnTo>
                <a:lnTo>
                  <a:pt x="3115" y="11802"/>
                </a:lnTo>
                <a:lnTo>
                  <a:pt x="2799" y="12118"/>
                </a:lnTo>
                <a:lnTo>
                  <a:pt x="2507" y="12434"/>
                </a:lnTo>
                <a:lnTo>
                  <a:pt x="2263" y="12702"/>
                </a:lnTo>
                <a:lnTo>
                  <a:pt x="2166" y="12848"/>
                </a:lnTo>
                <a:lnTo>
                  <a:pt x="2069" y="13018"/>
                </a:lnTo>
                <a:lnTo>
                  <a:pt x="1850" y="12824"/>
                </a:lnTo>
                <a:lnTo>
                  <a:pt x="1460" y="12459"/>
                </a:lnTo>
                <a:lnTo>
                  <a:pt x="1266" y="12264"/>
                </a:lnTo>
                <a:lnTo>
                  <a:pt x="1047" y="12118"/>
                </a:lnTo>
                <a:lnTo>
                  <a:pt x="1047" y="12070"/>
                </a:lnTo>
                <a:lnTo>
                  <a:pt x="1193" y="11997"/>
                </a:lnTo>
                <a:lnTo>
                  <a:pt x="1339" y="11924"/>
                </a:lnTo>
                <a:lnTo>
                  <a:pt x="1460" y="11826"/>
                </a:lnTo>
                <a:lnTo>
                  <a:pt x="1582" y="11705"/>
                </a:lnTo>
                <a:lnTo>
                  <a:pt x="2020" y="11218"/>
                </a:lnTo>
                <a:lnTo>
                  <a:pt x="2385" y="10853"/>
                </a:lnTo>
                <a:lnTo>
                  <a:pt x="2774" y="10537"/>
                </a:lnTo>
                <a:lnTo>
                  <a:pt x="3577" y="9880"/>
                </a:lnTo>
                <a:lnTo>
                  <a:pt x="3942" y="9539"/>
                </a:lnTo>
                <a:lnTo>
                  <a:pt x="4307" y="9198"/>
                </a:lnTo>
                <a:lnTo>
                  <a:pt x="5037" y="8468"/>
                </a:lnTo>
                <a:lnTo>
                  <a:pt x="5718" y="7738"/>
                </a:lnTo>
                <a:lnTo>
                  <a:pt x="6400" y="7008"/>
                </a:lnTo>
                <a:lnTo>
                  <a:pt x="7081" y="6303"/>
                </a:lnTo>
                <a:lnTo>
                  <a:pt x="7787" y="5621"/>
                </a:lnTo>
                <a:lnTo>
                  <a:pt x="8468" y="4940"/>
                </a:lnTo>
                <a:lnTo>
                  <a:pt x="9149" y="4259"/>
                </a:lnTo>
                <a:lnTo>
                  <a:pt x="10074" y="3261"/>
                </a:lnTo>
                <a:lnTo>
                  <a:pt x="10561" y="2775"/>
                </a:lnTo>
                <a:lnTo>
                  <a:pt x="11047" y="2312"/>
                </a:lnTo>
                <a:close/>
                <a:moveTo>
                  <a:pt x="7154" y="11997"/>
                </a:moveTo>
                <a:lnTo>
                  <a:pt x="7203" y="12094"/>
                </a:lnTo>
                <a:lnTo>
                  <a:pt x="7251" y="12167"/>
                </a:lnTo>
                <a:lnTo>
                  <a:pt x="7422" y="12386"/>
                </a:lnTo>
                <a:lnTo>
                  <a:pt x="7592" y="12580"/>
                </a:lnTo>
                <a:lnTo>
                  <a:pt x="7884" y="12872"/>
                </a:lnTo>
                <a:lnTo>
                  <a:pt x="8030" y="12994"/>
                </a:lnTo>
                <a:lnTo>
                  <a:pt x="8200" y="13091"/>
                </a:lnTo>
                <a:lnTo>
                  <a:pt x="7835" y="13481"/>
                </a:lnTo>
                <a:lnTo>
                  <a:pt x="7811" y="13432"/>
                </a:lnTo>
                <a:lnTo>
                  <a:pt x="7787" y="13408"/>
                </a:lnTo>
                <a:lnTo>
                  <a:pt x="7616" y="13262"/>
                </a:lnTo>
                <a:lnTo>
                  <a:pt x="7446" y="13140"/>
                </a:lnTo>
                <a:lnTo>
                  <a:pt x="7251" y="13018"/>
                </a:lnTo>
                <a:lnTo>
                  <a:pt x="7057" y="12872"/>
                </a:lnTo>
                <a:lnTo>
                  <a:pt x="6716" y="12580"/>
                </a:lnTo>
                <a:lnTo>
                  <a:pt x="6643" y="12532"/>
                </a:lnTo>
                <a:lnTo>
                  <a:pt x="6594" y="12507"/>
                </a:lnTo>
                <a:lnTo>
                  <a:pt x="6862" y="12240"/>
                </a:lnTo>
                <a:lnTo>
                  <a:pt x="7154" y="11997"/>
                </a:lnTo>
                <a:close/>
                <a:moveTo>
                  <a:pt x="6424" y="12702"/>
                </a:moveTo>
                <a:lnTo>
                  <a:pt x="6448" y="12775"/>
                </a:lnTo>
                <a:lnTo>
                  <a:pt x="6473" y="12848"/>
                </a:lnTo>
                <a:lnTo>
                  <a:pt x="6667" y="13043"/>
                </a:lnTo>
                <a:lnTo>
                  <a:pt x="6862" y="13213"/>
                </a:lnTo>
                <a:lnTo>
                  <a:pt x="7032" y="13359"/>
                </a:lnTo>
                <a:lnTo>
                  <a:pt x="7227" y="13481"/>
                </a:lnTo>
                <a:lnTo>
                  <a:pt x="7446" y="13602"/>
                </a:lnTo>
                <a:lnTo>
                  <a:pt x="7568" y="13627"/>
                </a:lnTo>
                <a:lnTo>
                  <a:pt x="7689" y="13627"/>
                </a:lnTo>
                <a:lnTo>
                  <a:pt x="7470" y="13846"/>
                </a:lnTo>
                <a:lnTo>
                  <a:pt x="7300" y="14040"/>
                </a:lnTo>
                <a:lnTo>
                  <a:pt x="7276" y="14016"/>
                </a:lnTo>
                <a:lnTo>
                  <a:pt x="6911" y="13797"/>
                </a:lnTo>
                <a:lnTo>
                  <a:pt x="6570" y="13554"/>
                </a:lnTo>
                <a:lnTo>
                  <a:pt x="6302" y="13335"/>
                </a:lnTo>
                <a:lnTo>
                  <a:pt x="6035" y="13164"/>
                </a:lnTo>
                <a:lnTo>
                  <a:pt x="6108" y="13043"/>
                </a:lnTo>
                <a:lnTo>
                  <a:pt x="6424" y="12702"/>
                </a:lnTo>
                <a:close/>
                <a:moveTo>
                  <a:pt x="5889" y="13335"/>
                </a:moveTo>
                <a:lnTo>
                  <a:pt x="5962" y="13456"/>
                </a:lnTo>
                <a:lnTo>
                  <a:pt x="6059" y="13578"/>
                </a:lnTo>
                <a:lnTo>
                  <a:pt x="6278" y="13797"/>
                </a:lnTo>
                <a:lnTo>
                  <a:pt x="6643" y="14089"/>
                </a:lnTo>
                <a:lnTo>
                  <a:pt x="6813" y="14211"/>
                </a:lnTo>
                <a:lnTo>
                  <a:pt x="7032" y="14308"/>
                </a:lnTo>
                <a:lnTo>
                  <a:pt x="6692" y="14673"/>
                </a:lnTo>
                <a:lnTo>
                  <a:pt x="6619" y="14624"/>
                </a:lnTo>
                <a:lnTo>
                  <a:pt x="6497" y="14600"/>
                </a:lnTo>
                <a:lnTo>
                  <a:pt x="6375" y="14527"/>
                </a:lnTo>
                <a:lnTo>
                  <a:pt x="6254" y="14454"/>
                </a:lnTo>
                <a:lnTo>
                  <a:pt x="6132" y="14381"/>
                </a:lnTo>
                <a:lnTo>
                  <a:pt x="5913" y="14186"/>
                </a:lnTo>
                <a:lnTo>
                  <a:pt x="5718" y="14016"/>
                </a:lnTo>
                <a:lnTo>
                  <a:pt x="5597" y="13943"/>
                </a:lnTo>
                <a:lnTo>
                  <a:pt x="5451" y="13846"/>
                </a:lnTo>
                <a:lnTo>
                  <a:pt x="5889" y="13335"/>
                </a:lnTo>
                <a:close/>
                <a:moveTo>
                  <a:pt x="12191" y="3553"/>
                </a:moveTo>
                <a:lnTo>
                  <a:pt x="12653" y="4040"/>
                </a:lnTo>
                <a:lnTo>
                  <a:pt x="13432" y="4916"/>
                </a:lnTo>
                <a:lnTo>
                  <a:pt x="13164" y="5208"/>
                </a:lnTo>
                <a:lnTo>
                  <a:pt x="12896" y="5500"/>
                </a:lnTo>
                <a:lnTo>
                  <a:pt x="12361" y="6108"/>
                </a:lnTo>
                <a:lnTo>
                  <a:pt x="12045" y="6424"/>
                </a:lnTo>
                <a:lnTo>
                  <a:pt x="11729" y="6716"/>
                </a:lnTo>
                <a:lnTo>
                  <a:pt x="11388" y="7008"/>
                </a:lnTo>
                <a:lnTo>
                  <a:pt x="11047" y="7300"/>
                </a:lnTo>
                <a:lnTo>
                  <a:pt x="10731" y="7617"/>
                </a:lnTo>
                <a:lnTo>
                  <a:pt x="10415" y="7957"/>
                </a:lnTo>
                <a:lnTo>
                  <a:pt x="9806" y="8687"/>
                </a:lnTo>
                <a:lnTo>
                  <a:pt x="9247" y="9417"/>
                </a:lnTo>
                <a:lnTo>
                  <a:pt x="8638" y="10147"/>
                </a:lnTo>
                <a:lnTo>
                  <a:pt x="8346" y="10464"/>
                </a:lnTo>
                <a:lnTo>
                  <a:pt x="8006" y="10756"/>
                </a:lnTo>
                <a:lnTo>
                  <a:pt x="7324" y="11340"/>
                </a:lnTo>
                <a:lnTo>
                  <a:pt x="6643" y="11899"/>
                </a:lnTo>
                <a:lnTo>
                  <a:pt x="6302" y="12191"/>
                </a:lnTo>
                <a:lnTo>
                  <a:pt x="6010" y="12532"/>
                </a:lnTo>
                <a:lnTo>
                  <a:pt x="5475" y="13164"/>
                </a:lnTo>
                <a:lnTo>
                  <a:pt x="4940" y="13773"/>
                </a:lnTo>
                <a:lnTo>
                  <a:pt x="4672" y="14016"/>
                </a:lnTo>
                <a:lnTo>
                  <a:pt x="4404" y="14235"/>
                </a:lnTo>
                <a:lnTo>
                  <a:pt x="4137" y="14454"/>
                </a:lnTo>
                <a:lnTo>
                  <a:pt x="4015" y="14600"/>
                </a:lnTo>
                <a:lnTo>
                  <a:pt x="3918" y="14722"/>
                </a:lnTo>
                <a:lnTo>
                  <a:pt x="3480" y="14284"/>
                </a:lnTo>
                <a:lnTo>
                  <a:pt x="3042" y="13846"/>
                </a:lnTo>
                <a:lnTo>
                  <a:pt x="2361" y="13262"/>
                </a:lnTo>
                <a:lnTo>
                  <a:pt x="2482" y="13164"/>
                </a:lnTo>
                <a:lnTo>
                  <a:pt x="2604" y="13043"/>
                </a:lnTo>
                <a:lnTo>
                  <a:pt x="2774" y="12799"/>
                </a:lnTo>
                <a:lnTo>
                  <a:pt x="3066" y="12507"/>
                </a:lnTo>
                <a:lnTo>
                  <a:pt x="3358" y="12216"/>
                </a:lnTo>
                <a:lnTo>
                  <a:pt x="3967" y="11680"/>
                </a:lnTo>
                <a:lnTo>
                  <a:pt x="4380" y="11315"/>
                </a:lnTo>
                <a:lnTo>
                  <a:pt x="4745" y="10950"/>
                </a:lnTo>
                <a:lnTo>
                  <a:pt x="5475" y="10172"/>
                </a:lnTo>
                <a:lnTo>
                  <a:pt x="6181" y="9393"/>
                </a:lnTo>
                <a:lnTo>
                  <a:pt x="6546" y="9004"/>
                </a:lnTo>
                <a:lnTo>
                  <a:pt x="6935" y="8614"/>
                </a:lnTo>
                <a:lnTo>
                  <a:pt x="7324" y="8274"/>
                </a:lnTo>
                <a:lnTo>
                  <a:pt x="7714" y="7933"/>
                </a:lnTo>
                <a:lnTo>
                  <a:pt x="8517" y="7276"/>
                </a:lnTo>
                <a:lnTo>
                  <a:pt x="8857" y="6935"/>
                </a:lnTo>
                <a:lnTo>
                  <a:pt x="9198" y="6595"/>
                </a:lnTo>
                <a:lnTo>
                  <a:pt x="9514" y="6205"/>
                </a:lnTo>
                <a:lnTo>
                  <a:pt x="9831" y="5840"/>
                </a:lnTo>
                <a:lnTo>
                  <a:pt x="10171" y="5427"/>
                </a:lnTo>
                <a:lnTo>
                  <a:pt x="10488" y="5062"/>
                </a:lnTo>
                <a:lnTo>
                  <a:pt x="10853" y="4697"/>
                </a:lnTo>
                <a:lnTo>
                  <a:pt x="11242" y="4356"/>
                </a:lnTo>
                <a:lnTo>
                  <a:pt x="11729" y="3967"/>
                </a:lnTo>
                <a:lnTo>
                  <a:pt x="11972" y="3772"/>
                </a:lnTo>
                <a:lnTo>
                  <a:pt x="12191" y="3553"/>
                </a:lnTo>
                <a:close/>
                <a:moveTo>
                  <a:pt x="5232" y="14065"/>
                </a:moveTo>
                <a:lnTo>
                  <a:pt x="5353" y="14186"/>
                </a:lnTo>
                <a:lnTo>
                  <a:pt x="5451" y="14308"/>
                </a:lnTo>
                <a:lnTo>
                  <a:pt x="5645" y="14454"/>
                </a:lnTo>
                <a:lnTo>
                  <a:pt x="5816" y="14624"/>
                </a:lnTo>
                <a:lnTo>
                  <a:pt x="5986" y="14770"/>
                </a:lnTo>
                <a:lnTo>
                  <a:pt x="6181" y="14892"/>
                </a:lnTo>
                <a:lnTo>
                  <a:pt x="6375" y="14989"/>
                </a:lnTo>
                <a:lnTo>
                  <a:pt x="6108" y="15281"/>
                </a:lnTo>
                <a:lnTo>
                  <a:pt x="5937" y="15452"/>
                </a:lnTo>
                <a:lnTo>
                  <a:pt x="5937" y="15403"/>
                </a:lnTo>
                <a:lnTo>
                  <a:pt x="5889" y="15354"/>
                </a:lnTo>
                <a:lnTo>
                  <a:pt x="5597" y="15038"/>
                </a:lnTo>
                <a:lnTo>
                  <a:pt x="5280" y="14746"/>
                </a:lnTo>
                <a:lnTo>
                  <a:pt x="5086" y="14576"/>
                </a:lnTo>
                <a:lnTo>
                  <a:pt x="4964" y="14503"/>
                </a:lnTo>
                <a:lnTo>
                  <a:pt x="4867" y="14430"/>
                </a:lnTo>
                <a:lnTo>
                  <a:pt x="5037" y="14284"/>
                </a:lnTo>
                <a:lnTo>
                  <a:pt x="5232" y="14065"/>
                </a:lnTo>
                <a:close/>
                <a:moveTo>
                  <a:pt x="852" y="15476"/>
                </a:moveTo>
                <a:lnTo>
                  <a:pt x="974" y="15598"/>
                </a:lnTo>
                <a:lnTo>
                  <a:pt x="1412" y="16036"/>
                </a:lnTo>
                <a:lnTo>
                  <a:pt x="1363" y="16011"/>
                </a:lnTo>
                <a:lnTo>
                  <a:pt x="1290" y="15987"/>
                </a:lnTo>
                <a:lnTo>
                  <a:pt x="852" y="15476"/>
                </a:lnTo>
                <a:close/>
                <a:moveTo>
                  <a:pt x="4575" y="14673"/>
                </a:moveTo>
                <a:lnTo>
                  <a:pt x="4696" y="14795"/>
                </a:lnTo>
                <a:lnTo>
                  <a:pt x="4818" y="14892"/>
                </a:lnTo>
                <a:lnTo>
                  <a:pt x="5037" y="15087"/>
                </a:lnTo>
                <a:lnTo>
                  <a:pt x="5329" y="15354"/>
                </a:lnTo>
                <a:lnTo>
                  <a:pt x="5597" y="15622"/>
                </a:lnTo>
                <a:lnTo>
                  <a:pt x="5670" y="15671"/>
                </a:lnTo>
                <a:lnTo>
                  <a:pt x="5718" y="15671"/>
                </a:lnTo>
                <a:lnTo>
                  <a:pt x="5378" y="15987"/>
                </a:lnTo>
                <a:lnTo>
                  <a:pt x="5232" y="16109"/>
                </a:lnTo>
                <a:lnTo>
                  <a:pt x="5183" y="16060"/>
                </a:lnTo>
                <a:lnTo>
                  <a:pt x="5110" y="16036"/>
                </a:lnTo>
                <a:lnTo>
                  <a:pt x="4088" y="14916"/>
                </a:lnTo>
                <a:lnTo>
                  <a:pt x="4210" y="14868"/>
                </a:lnTo>
                <a:lnTo>
                  <a:pt x="4331" y="14819"/>
                </a:lnTo>
                <a:lnTo>
                  <a:pt x="4453" y="14746"/>
                </a:lnTo>
                <a:lnTo>
                  <a:pt x="4575" y="14673"/>
                </a:lnTo>
                <a:close/>
                <a:moveTo>
                  <a:pt x="755" y="16230"/>
                </a:moveTo>
                <a:lnTo>
                  <a:pt x="1071" y="16498"/>
                </a:lnTo>
                <a:lnTo>
                  <a:pt x="1071" y="16522"/>
                </a:lnTo>
                <a:lnTo>
                  <a:pt x="998" y="16474"/>
                </a:lnTo>
                <a:lnTo>
                  <a:pt x="925" y="16449"/>
                </a:lnTo>
                <a:lnTo>
                  <a:pt x="852" y="16376"/>
                </a:lnTo>
                <a:lnTo>
                  <a:pt x="755" y="16230"/>
                </a:lnTo>
                <a:close/>
                <a:moveTo>
                  <a:pt x="1047" y="12532"/>
                </a:moveTo>
                <a:lnTo>
                  <a:pt x="1168" y="12678"/>
                </a:lnTo>
                <a:lnTo>
                  <a:pt x="1314" y="12824"/>
                </a:lnTo>
                <a:lnTo>
                  <a:pt x="1582" y="13067"/>
                </a:lnTo>
                <a:lnTo>
                  <a:pt x="2166" y="13602"/>
                </a:lnTo>
                <a:lnTo>
                  <a:pt x="2750" y="14113"/>
                </a:lnTo>
                <a:lnTo>
                  <a:pt x="3018" y="14357"/>
                </a:lnTo>
                <a:lnTo>
                  <a:pt x="3261" y="14600"/>
                </a:lnTo>
                <a:lnTo>
                  <a:pt x="3723" y="15135"/>
                </a:lnTo>
                <a:lnTo>
                  <a:pt x="4185" y="15646"/>
                </a:lnTo>
                <a:lnTo>
                  <a:pt x="4672" y="16157"/>
                </a:lnTo>
                <a:lnTo>
                  <a:pt x="4404" y="16230"/>
                </a:lnTo>
                <a:lnTo>
                  <a:pt x="4112" y="16303"/>
                </a:lnTo>
                <a:lnTo>
                  <a:pt x="3553" y="16376"/>
                </a:lnTo>
                <a:lnTo>
                  <a:pt x="2969" y="16425"/>
                </a:lnTo>
                <a:lnTo>
                  <a:pt x="2409" y="16498"/>
                </a:lnTo>
                <a:lnTo>
                  <a:pt x="2288" y="16522"/>
                </a:lnTo>
                <a:lnTo>
                  <a:pt x="2263" y="16474"/>
                </a:lnTo>
                <a:lnTo>
                  <a:pt x="2142" y="16230"/>
                </a:lnTo>
                <a:lnTo>
                  <a:pt x="1996" y="16011"/>
                </a:lnTo>
                <a:lnTo>
                  <a:pt x="1801" y="15792"/>
                </a:lnTo>
                <a:lnTo>
                  <a:pt x="1606" y="15598"/>
                </a:lnTo>
                <a:lnTo>
                  <a:pt x="1168" y="15233"/>
                </a:lnTo>
                <a:lnTo>
                  <a:pt x="730" y="14892"/>
                </a:lnTo>
                <a:lnTo>
                  <a:pt x="779" y="14600"/>
                </a:lnTo>
                <a:lnTo>
                  <a:pt x="925" y="13262"/>
                </a:lnTo>
                <a:lnTo>
                  <a:pt x="1047" y="12532"/>
                </a:lnTo>
                <a:close/>
                <a:moveTo>
                  <a:pt x="1436" y="16644"/>
                </a:moveTo>
                <a:lnTo>
                  <a:pt x="1533" y="16717"/>
                </a:lnTo>
                <a:lnTo>
                  <a:pt x="1387" y="16741"/>
                </a:lnTo>
                <a:lnTo>
                  <a:pt x="1436" y="16644"/>
                </a:lnTo>
                <a:close/>
                <a:moveTo>
                  <a:pt x="536" y="16741"/>
                </a:moveTo>
                <a:lnTo>
                  <a:pt x="584" y="16766"/>
                </a:lnTo>
                <a:lnTo>
                  <a:pt x="609" y="16766"/>
                </a:lnTo>
                <a:lnTo>
                  <a:pt x="682" y="16814"/>
                </a:lnTo>
                <a:lnTo>
                  <a:pt x="779" y="16839"/>
                </a:lnTo>
                <a:lnTo>
                  <a:pt x="876" y="16839"/>
                </a:lnTo>
                <a:lnTo>
                  <a:pt x="974" y="16814"/>
                </a:lnTo>
                <a:lnTo>
                  <a:pt x="974" y="16839"/>
                </a:lnTo>
                <a:lnTo>
                  <a:pt x="755" y="16887"/>
                </a:lnTo>
                <a:lnTo>
                  <a:pt x="511" y="16936"/>
                </a:lnTo>
                <a:lnTo>
                  <a:pt x="536" y="16741"/>
                </a:lnTo>
                <a:close/>
                <a:moveTo>
                  <a:pt x="13967" y="1"/>
                </a:moveTo>
                <a:lnTo>
                  <a:pt x="13602" y="25"/>
                </a:lnTo>
                <a:lnTo>
                  <a:pt x="13261" y="74"/>
                </a:lnTo>
                <a:lnTo>
                  <a:pt x="12945" y="195"/>
                </a:lnTo>
                <a:lnTo>
                  <a:pt x="12629" y="341"/>
                </a:lnTo>
                <a:lnTo>
                  <a:pt x="12337" y="560"/>
                </a:lnTo>
                <a:lnTo>
                  <a:pt x="12021" y="828"/>
                </a:lnTo>
                <a:lnTo>
                  <a:pt x="11875" y="974"/>
                </a:lnTo>
                <a:lnTo>
                  <a:pt x="11826" y="1071"/>
                </a:lnTo>
                <a:lnTo>
                  <a:pt x="11777" y="1169"/>
                </a:lnTo>
                <a:lnTo>
                  <a:pt x="11704" y="1193"/>
                </a:lnTo>
                <a:lnTo>
                  <a:pt x="11339" y="1485"/>
                </a:lnTo>
                <a:lnTo>
                  <a:pt x="10999" y="1777"/>
                </a:lnTo>
                <a:lnTo>
                  <a:pt x="10317" y="2385"/>
                </a:lnTo>
                <a:lnTo>
                  <a:pt x="9685" y="3042"/>
                </a:lnTo>
                <a:lnTo>
                  <a:pt x="9052" y="3699"/>
                </a:lnTo>
                <a:lnTo>
                  <a:pt x="8395" y="4405"/>
                </a:lnTo>
                <a:lnTo>
                  <a:pt x="7714" y="5086"/>
                </a:lnTo>
                <a:lnTo>
                  <a:pt x="7032" y="5743"/>
                </a:lnTo>
                <a:lnTo>
                  <a:pt x="6351" y="6449"/>
                </a:lnTo>
                <a:lnTo>
                  <a:pt x="4964" y="7933"/>
                </a:lnTo>
                <a:lnTo>
                  <a:pt x="4258" y="8663"/>
                </a:lnTo>
                <a:lnTo>
                  <a:pt x="3894" y="9004"/>
                </a:lnTo>
                <a:lnTo>
                  <a:pt x="3529" y="9344"/>
                </a:lnTo>
                <a:lnTo>
                  <a:pt x="2190" y="10537"/>
                </a:lnTo>
                <a:lnTo>
                  <a:pt x="1558" y="11145"/>
                </a:lnTo>
                <a:lnTo>
                  <a:pt x="925" y="11778"/>
                </a:lnTo>
                <a:lnTo>
                  <a:pt x="876" y="11753"/>
                </a:lnTo>
                <a:lnTo>
                  <a:pt x="803" y="11778"/>
                </a:lnTo>
                <a:lnTo>
                  <a:pt x="755" y="11802"/>
                </a:lnTo>
                <a:lnTo>
                  <a:pt x="706" y="11851"/>
                </a:lnTo>
                <a:lnTo>
                  <a:pt x="609" y="12118"/>
                </a:lnTo>
                <a:lnTo>
                  <a:pt x="511" y="12386"/>
                </a:lnTo>
                <a:lnTo>
                  <a:pt x="463" y="12702"/>
                </a:lnTo>
                <a:lnTo>
                  <a:pt x="414" y="12994"/>
                </a:lnTo>
                <a:lnTo>
                  <a:pt x="365" y="13627"/>
                </a:lnTo>
                <a:lnTo>
                  <a:pt x="292" y="14211"/>
                </a:lnTo>
                <a:lnTo>
                  <a:pt x="98" y="15646"/>
                </a:lnTo>
                <a:lnTo>
                  <a:pt x="25" y="16376"/>
                </a:lnTo>
                <a:lnTo>
                  <a:pt x="0" y="16717"/>
                </a:lnTo>
                <a:lnTo>
                  <a:pt x="0" y="17082"/>
                </a:lnTo>
                <a:lnTo>
                  <a:pt x="0" y="17155"/>
                </a:lnTo>
                <a:lnTo>
                  <a:pt x="25" y="17204"/>
                </a:lnTo>
                <a:lnTo>
                  <a:pt x="122" y="17277"/>
                </a:lnTo>
                <a:lnTo>
                  <a:pt x="219" y="17325"/>
                </a:lnTo>
                <a:lnTo>
                  <a:pt x="341" y="17325"/>
                </a:lnTo>
                <a:lnTo>
                  <a:pt x="438" y="17350"/>
                </a:lnTo>
                <a:lnTo>
                  <a:pt x="560" y="17374"/>
                </a:lnTo>
                <a:lnTo>
                  <a:pt x="803" y="17398"/>
                </a:lnTo>
                <a:lnTo>
                  <a:pt x="1047" y="17350"/>
                </a:lnTo>
                <a:lnTo>
                  <a:pt x="1339" y="17301"/>
                </a:lnTo>
                <a:lnTo>
                  <a:pt x="1874" y="17131"/>
                </a:lnTo>
                <a:lnTo>
                  <a:pt x="2312" y="17009"/>
                </a:lnTo>
                <a:lnTo>
                  <a:pt x="2677" y="16936"/>
                </a:lnTo>
                <a:lnTo>
                  <a:pt x="3018" y="16887"/>
                </a:lnTo>
                <a:lnTo>
                  <a:pt x="3723" y="16839"/>
                </a:lnTo>
                <a:lnTo>
                  <a:pt x="4088" y="16790"/>
                </a:lnTo>
                <a:lnTo>
                  <a:pt x="4429" y="16741"/>
                </a:lnTo>
                <a:lnTo>
                  <a:pt x="4769" y="16644"/>
                </a:lnTo>
                <a:lnTo>
                  <a:pt x="5110" y="16522"/>
                </a:lnTo>
                <a:lnTo>
                  <a:pt x="5159" y="16498"/>
                </a:lnTo>
                <a:lnTo>
                  <a:pt x="5207" y="16449"/>
                </a:lnTo>
                <a:lnTo>
                  <a:pt x="5353" y="16401"/>
                </a:lnTo>
                <a:lnTo>
                  <a:pt x="5499" y="16328"/>
                </a:lnTo>
                <a:lnTo>
                  <a:pt x="5645" y="16255"/>
                </a:lnTo>
                <a:lnTo>
                  <a:pt x="5791" y="16133"/>
                </a:lnTo>
                <a:lnTo>
                  <a:pt x="6035" y="15890"/>
                </a:lnTo>
                <a:lnTo>
                  <a:pt x="6254" y="15671"/>
                </a:lnTo>
                <a:lnTo>
                  <a:pt x="6959" y="14965"/>
                </a:lnTo>
                <a:lnTo>
                  <a:pt x="7641" y="14284"/>
                </a:lnTo>
                <a:lnTo>
                  <a:pt x="9101" y="12824"/>
                </a:lnTo>
                <a:lnTo>
                  <a:pt x="10536" y="11364"/>
                </a:lnTo>
                <a:lnTo>
                  <a:pt x="11218" y="10658"/>
                </a:lnTo>
                <a:lnTo>
                  <a:pt x="11875" y="9904"/>
                </a:lnTo>
                <a:lnTo>
                  <a:pt x="12531" y="9174"/>
                </a:lnTo>
                <a:lnTo>
                  <a:pt x="13213" y="8444"/>
                </a:lnTo>
                <a:lnTo>
                  <a:pt x="13870" y="7811"/>
                </a:lnTo>
                <a:lnTo>
                  <a:pt x="14527" y="7179"/>
                </a:lnTo>
                <a:lnTo>
                  <a:pt x="15184" y="6522"/>
                </a:lnTo>
                <a:lnTo>
                  <a:pt x="15500" y="6205"/>
                </a:lnTo>
                <a:lnTo>
                  <a:pt x="15816" y="5840"/>
                </a:lnTo>
                <a:lnTo>
                  <a:pt x="15889" y="5792"/>
                </a:lnTo>
                <a:lnTo>
                  <a:pt x="15987" y="5767"/>
                </a:lnTo>
                <a:lnTo>
                  <a:pt x="16060" y="5694"/>
                </a:lnTo>
                <a:lnTo>
                  <a:pt x="16108" y="5621"/>
                </a:lnTo>
                <a:lnTo>
                  <a:pt x="16133" y="5524"/>
                </a:lnTo>
                <a:lnTo>
                  <a:pt x="16376" y="5208"/>
                </a:lnTo>
                <a:lnTo>
                  <a:pt x="16595" y="4891"/>
                </a:lnTo>
                <a:lnTo>
                  <a:pt x="16814" y="4551"/>
                </a:lnTo>
                <a:lnTo>
                  <a:pt x="16984" y="4210"/>
                </a:lnTo>
                <a:lnTo>
                  <a:pt x="17106" y="3845"/>
                </a:lnTo>
                <a:lnTo>
                  <a:pt x="17203" y="3480"/>
                </a:lnTo>
                <a:lnTo>
                  <a:pt x="17228" y="3140"/>
                </a:lnTo>
                <a:lnTo>
                  <a:pt x="17203" y="2799"/>
                </a:lnTo>
                <a:lnTo>
                  <a:pt x="17130" y="2458"/>
                </a:lnTo>
                <a:lnTo>
                  <a:pt x="17009" y="2142"/>
                </a:lnTo>
                <a:lnTo>
                  <a:pt x="16863" y="1826"/>
                </a:lnTo>
                <a:lnTo>
                  <a:pt x="16668" y="1534"/>
                </a:lnTo>
                <a:lnTo>
                  <a:pt x="16449" y="1266"/>
                </a:lnTo>
                <a:lnTo>
                  <a:pt x="16230" y="998"/>
                </a:lnTo>
                <a:lnTo>
                  <a:pt x="15962" y="779"/>
                </a:lnTo>
                <a:lnTo>
                  <a:pt x="15670" y="560"/>
                </a:lnTo>
                <a:lnTo>
                  <a:pt x="15354" y="390"/>
                </a:lnTo>
                <a:lnTo>
                  <a:pt x="15013" y="244"/>
                </a:lnTo>
                <a:lnTo>
                  <a:pt x="14673" y="122"/>
                </a:lnTo>
                <a:lnTo>
                  <a:pt x="14332" y="49"/>
                </a:lnTo>
                <a:lnTo>
                  <a:pt x="139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sine"/>
                <a:cs typeface="Cousine"/>
                <a:sym typeface="Cousine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3083459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>
            <a:off x="1413600" y="3197139"/>
            <a:ext cx="6316800" cy="1832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2000" dirty="0"/>
              <a:t>E</a:t>
            </a:r>
            <a:r>
              <a:rPr lang="hu-HU" sz="2000" dirty="0" err="1"/>
              <a:t>gyszerűsítsük</a:t>
            </a:r>
            <a:r>
              <a:rPr lang="hu-HU" sz="2000" dirty="0"/>
              <a:t> a dolgokat, amennyire csak lehet, de ne jobban</a:t>
            </a:r>
            <a:r>
              <a:rPr lang="en-US" sz="2000" dirty="0"/>
              <a:t>.</a:t>
            </a:r>
            <a:endParaRPr lang="hu-HU" sz="2000" dirty="0"/>
          </a:p>
        </p:txBody>
      </p:sp>
      <p:sp>
        <p:nvSpPr>
          <p:cNvPr id="104" name="Google Shape;104;p15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sine"/>
                <a:cs typeface="Cousine"/>
                <a:sym typeface="Cousine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2826909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404330" y="658442"/>
            <a:ext cx="8229600" cy="5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KISS</a:t>
            </a:r>
            <a:endParaRPr dirty="0"/>
          </a:p>
        </p:txBody>
      </p:sp>
      <p:sp>
        <p:nvSpPr>
          <p:cNvPr id="110" name="Google Shape;110;p16"/>
          <p:cNvSpPr txBox="1">
            <a:spLocks noGrp="1"/>
          </p:cNvSpPr>
          <p:nvPr>
            <p:ph type="body" idx="1"/>
          </p:nvPr>
        </p:nvSpPr>
        <p:spPr>
          <a:xfrm>
            <a:off x="343225" y="1500000"/>
            <a:ext cx="8290800" cy="48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▪"/>
            </a:pPr>
            <a:r>
              <a:rPr lang="en-US" dirty="0"/>
              <a:t>keep it simple and stupid</a:t>
            </a:r>
          </a:p>
          <a:p>
            <a:pPr lvl="1"/>
            <a:r>
              <a:rPr lang="hu-HU" dirty="0"/>
              <a:t>az irányelvet az 1960-as években az amerikai haditengerészetnél </a:t>
            </a:r>
            <a:r>
              <a:rPr lang="en-US" dirty="0" err="1"/>
              <a:t>tal</a:t>
            </a:r>
            <a:r>
              <a:rPr lang="hu-HU" dirty="0" err="1"/>
              <a:t>álták</a:t>
            </a:r>
            <a:r>
              <a:rPr lang="hu-HU" dirty="0"/>
              <a:t> ki</a:t>
            </a:r>
          </a:p>
          <a:p>
            <a:pPr lvl="0"/>
            <a:r>
              <a:rPr lang="hu-HU" dirty="0"/>
              <a:t>tiszta, könnyen érthető megoldásokra törekedjünk</a:t>
            </a:r>
            <a:endParaRPr dirty="0"/>
          </a:p>
        </p:txBody>
      </p:sp>
      <p:sp>
        <p:nvSpPr>
          <p:cNvPr id="111" name="Google Shape;111;p16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6635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ctrTitle" idx="4294967295"/>
          </p:nvPr>
        </p:nvSpPr>
        <p:spPr>
          <a:xfrm>
            <a:off x="685800" y="3748953"/>
            <a:ext cx="7772400" cy="10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 b="1" dirty="0"/>
              <a:t>Vonatkozások szétválasztása</a:t>
            </a:r>
            <a:endParaRPr sz="3600" b="1" dirty="0"/>
          </a:p>
        </p:txBody>
      </p:sp>
      <p:grpSp>
        <p:nvGrpSpPr>
          <p:cNvPr id="118" name="Google Shape;118;p17"/>
          <p:cNvGrpSpPr/>
          <p:nvPr/>
        </p:nvGrpSpPr>
        <p:grpSpPr>
          <a:xfrm>
            <a:off x="3030219" y="756050"/>
            <a:ext cx="2931161" cy="2815726"/>
            <a:chOff x="3075562" y="756050"/>
            <a:chExt cx="2931161" cy="2815726"/>
          </a:xfrm>
        </p:grpSpPr>
        <p:sp>
          <p:nvSpPr>
            <p:cNvPr id="119" name="Google Shape;119;p17"/>
            <p:cNvSpPr/>
            <p:nvPr/>
          </p:nvSpPr>
          <p:spPr>
            <a:xfrm>
              <a:off x="3950843" y="1762696"/>
              <a:ext cx="1326900" cy="1326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3472643" y="1284496"/>
              <a:ext cx="2283300" cy="22833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5883273" y="1280600"/>
              <a:ext cx="123450" cy="2275725"/>
            </a:xfrm>
            <a:custGeom>
              <a:avLst/>
              <a:gdLst/>
              <a:ahLst/>
              <a:cxnLst/>
              <a:rect l="l" t="t" r="r" b="b"/>
              <a:pathLst>
                <a:path w="4938" h="91029" extrusionOk="0">
                  <a:moveTo>
                    <a:pt x="0" y="0"/>
                  </a:moveTo>
                  <a:lnTo>
                    <a:pt x="4938" y="0"/>
                  </a:lnTo>
                  <a:lnTo>
                    <a:pt x="4938" y="91029"/>
                  </a:lnTo>
                  <a:lnTo>
                    <a:pt x="0" y="91029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"/>
              <a:headEnd type="none" w="med" len="med"/>
              <a:tailEnd type="none" w="med" len="med"/>
            </a:ln>
          </p:spPr>
        </p:sp>
        <p:sp>
          <p:nvSpPr>
            <p:cNvPr id="122" name="Google Shape;122;p17"/>
            <p:cNvSpPr/>
            <p:nvPr/>
          </p:nvSpPr>
          <p:spPr>
            <a:xfrm rot="-5400000">
              <a:off x="4546838" y="-55875"/>
              <a:ext cx="123450" cy="2275725"/>
            </a:xfrm>
            <a:custGeom>
              <a:avLst/>
              <a:gdLst/>
              <a:ahLst/>
              <a:cxnLst/>
              <a:rect l="l" t="t" r="r" b="b"/>
              <a:pathLst>
                <a:path w="4938" h="91029" extrusionOk="0">
                  <a:moveTo>
                    <a:pt x="0" y="0"/>
                  </a:moveTo>
                  <a:lnTo>
                    <a:pt x="4938" y="0"/>
                  </a:lnTo>
                  <a:lnTo>
                    <a:pt x="4938" y="91029"/>
                  </a:lnTo>
                  <a:lnTo>
                    <a:pt x="0" y="91029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"/>
              <a:headEnd type="none" w="med" len="med"/>
              <a:tailEnd type="none" w="med" len="med"/>
            </a:ln>
          </p:spPr>
        </p:sp>
        <p:sp>
          <p:nvSpPr>
            <p:cNvPr id="123" name="Google Shape;123;p17"/>
            <p:cNvSpPr/>
            <p:nvPr/>
          </p:nvSpPr>
          <p:spPr>
            <a:xfrm rot="-5400000">
              <a:off x="3075562" y="756050"/>
              <a:ext cx="1326900" cy="13269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triangl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24" name="Google Shape;124;p17"/>
            <p:cNvCxnSpPr/>
            <p:nvPr/>
          </p:nvCxnSpPr>
          <p:spPr>
            <a:xfrm>
              <a:off x="3480293" y="1292146"/>
              <a:ext cx="2268000" cy="22680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5" name="Google Shape;125;p17"/>
            <p:cNvCxnSpPr>
              <a:endCxn id="119" idx="7"/>
            </p:cNvCxnSpPr>
            <p:nvPr/>
          </p:nvCxnSpPr>
          <p:spPr>
            <a:xfrm flipH="1">
              <a:off x="5083423" y="1280516"/>
              <a:ext cx="676500" cy="676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6" name="Google Shape;126;p17"/>
            <p:cNvCxnSpPr/>
            <p:nvPr/>
          </p:nvCxnSpPr>
          <p:spPr>
            <a:xfrm>
              <a:off x="3345288" y="1288325"/>
              <a:ext cx="0" cy="22833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triangle" w="sm" len="sm"/>
              <a:tailEnd type="triangle" w="sm" len="sm"/>
            </a:ln>
          </p:spPr>
        </p:cxnSp>
        <p:cxnSp>
          <p:nvCxnSpPr>
            <p:cNvPr id="127" name="Google Shape;127;p17"/>
            <p:cNvCxnSpPr>
              <a:stCxn id="119" idx="3"/>
            </p:cNvCxnSpPr>
            <p:nvPr/>
          </p:nvCxnSpPr>
          <p:spPr>
            <a:xfrm flipH="1">
              <a:off x="3468663" y="2895276"/>
              <a:ext cx="676500" cy="676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28" name="Google Shape;128;p17"/>
          <p:cNvSpPr/>
          <p:nvPr/>
        </p:nvSpPr>
        <p:spPr>
          <a:xfrm>
            <a:off x="4177025" y="1997048"/>
            <a:ext cx="789947" cy="797788"/>
          </a:xfrm>
          <a:custGeom>
            <a:avLst/>
            <a:gdLst/>
            <a:ahLst/>
            <a:cxnLst/>
            <a:rect l="l" t="t" r="r" b="b"/>
            <a:pathLst>
              <a:path w="17228" h="17399" extrusionOk="0">
                <a:moveTo>
                  <a:pt x="14162" y="439"/>
                </a:moveTo>
                <a:lnTo>
                  <a:pt x="14478" y="512"/>
                </a:lnTo>
                <a:lnTo>
                  <a:pt x="14794" y="609"/>
                </a:lnTo>
                <a:lnTo>
                  <a:pt x="15111" y="755"/>
                </a:lnTo>
                <a:lnTo>
                  <a:pt x="15403" y="925"/>
                </a:lnTo>
                <a:lnTo>
                  <a:pt x="15670" y="1120"/>
                </a:lnTo>
                <a:lnTo>
                  <a:pt x="15914" y="1315"/>
                </a:lnTo>
                <a:lnTo>
                  <a:pt x="16108" y="1534"/>
                </a:lnTo>
                <a:lnTo>
                  <a:pt x="15987" y="1558"/>
                </a:lnTo>
                <a:lnTo>
                  <a:pt x="15889" y="1607"/>
                </a:lnTo>
                <a:lnTo>
                  <a:pt x="15816" y="1655"/>
                </a:lnTo>
                <a:lnTo>
                  <a:pt x="15792" y="1680"/>
                </a:lnTo>
                <a:lnTo>
                  <a:pt x="15768" y="1728"/>
                </a:lnTo>
                <a:lnTo>
                  <a:pt x="15768" y="1777"/>
                </a:lnTo>
                <a:lnTo>
                  <a:pt x="15792" y="1826"/>
                </a:lnTo>
                <a:lnTo>
                  <a:pt x="15865" y="1850"/>
                </a:lnTo>
                <a:lnTo>
                  <a:pt x="15938" y="1874"/>
                </a:lnTo>
                <a:lnTo>
                  <a:pt x="16230" y="1874"/>
                </a:lnTo>
                <a:lnTo>
                  <a:pt x="16352" y="1850"/>
                </a:lnTo>
                <a:lnTo>
                  <a:pt x="16546" y="2166"/>
                </a:lnTo>
                <a:lnTo>
                  <a:pt x="16254" y="2142"/>
                </a:lnTo>
                <a:lnTo>
                  <a:pt x="16011" y="2142"/>
                </a:lnTo>
                <a:lnTo>
                  <a:pt x="15987" y="2166"/>
                </a:lnTo>
                <a:lnTo>
                  <a:pt x="15987" y="2191"/>
                </a:lnTo>
                <a:lnTo>
                  <a:pt x="16133" y="2312"/>
                </a:lnTo>
                <a:lnTo>
                  <a:pt x="16303" y="2410"/>
                </a:lnTo>
                <a:lnTo>
                  <a:pt x="16473" y="2458"/>
                </a:lnTo>
                <a:lnTo>
                  <a:pt x="16668" y="2507"/>
                </a:lnTo>
                <a:lnTo>
                  <a:pt x="16717" y="2750"/>
                </a:lnTo>
                <a:lnTo>
                  <a:pt x="16741" y="2994"/>
                </a:lnTo>
                <a:lnTo>
                  <a:pt x="16522" y="2872"/>
                </a:lnTo>
                <a:lnTo>
                  <a:pt x="16352" y="2799"/>
                </a:lnTo>
                <a:lnTo>
                  <a:pt x="16181" y="2702"/>
                </a:lnTo>
                <a:lnTo>
                  <a:pt x="16011" y="2653"/>
                </a:lnTo>
                <a:lnTo>
                  <a:pt x="15792" y="2653"/>
                </a:lnTo>
                <a:lnTo>
                  <a:pt x="15768" y="2677"/>
                </a:lnTo>
                <a:lnTo>
                  <a:pt x="15768" y="2702"/>
                </a:lnTo>
                <a:lnTo>
                  <a:pt x="15768" y="2726"/>
                </a:lnTo>
                <a:lnTo>
                  <a:pt x="15889" y="2872"/>
                </a:lnTo>
                <a:lnTo>
                  <a:pt x="16035" y="2994"/>
                </a:lnTo>
                <a:lnTo>
                  <a:pt x="16327" y="3213"/>
                </a:lnTo>
                <a:lnTo>
                  <a:pt x="16522" y="3334"/>
                </a:lnTo>
                <a:lnTo>
                  <a:pt x="16619" y="3407"/>
                </a:lnTo>
                <a:lnTo>
                  <a:pt x="16717" y="3456"/>
                </a:lnTo>
                <a:lnTo>
                  <a:pt x="16692" y="3651"/>
                </a:lnTo>
                <a:lnTo>
                  <a:pt x="16619" y="3845"/>
                </a:lnTo>
                <a:lnTo>
                  <a:pt x="16400" y="3602"/>
                </a:lnTo>
                <a:lnTo>
                  <a:pt x="16133" y="3407"/>
                </a:lnTo>
                <a:lnTo>
                  <a:pt x="15987" y="3310"/>
                </a:lnTo>
                <a:lnTo>
                  <a:pt x="15841" y="3237"/>
                </a:lnTo>
                <a:lnTo>
                  <a:pt x="15695" y="3188"/>
                </a:lnTo>
                <a:lnTo>
                  <a:pt x="15524" y="3164"/>
                </a:lnTo>
                <a:lnTo>
                  <a:pt x="15476" y="3188"/>
                </a:lnTo>
                <a:lnTo>
                  <a:pt x="15476" y="3213"/>
                </a:lnTo>
                <a:lnTo>
                  <a:pt x="15476" y="3237"/>
                </a:lnTo>
                <a:lnTo>
                  <a:pt x="15500" y="3261"/>
                </a:lnTo>
                <a:lnTo>
                  <a:pt x="15597" y="3359"/>
                </a:lnTo>
                <a:lnTo>
                  <a:pt x="15695" y="3432"/>
                </a:lnTo>
                <a:lnTo>
                  <a:pt x="15987" y="3699"/>
                </a:lnTo>
                <a:lnTo>
                  <a:pt x="16230" y="3918"/>
                </a:lnTo>
                <a:lnTo>
                  <a:pt x="16449" y="4162"/>
                </a:lnTo>
                <a:lnTo>
                  <a:pt x="16473" y="4186"/>
                </a:lnTo>
                <a:lnTo>
                  <a:pt x="16254" y="4526"/>
                </a:lnTo>
                <a:lnTo>
                  <a:pt x="16206" y="4453"/>
                </a:lnTo>
                <a:lnTo>
                  <a:pt x="16133" y="4380"/>
                </a:lnTo>
                <a:lnTo>
                  <a:pt x="15962" y="4259"/>
                </a:lnTo>
                <a:lnTo>
                  <a:pt x="15646" y="4040"/>
                </a:lnTo>
                <a:lnTo>
                  <a:pt x="15403" y="3821"/>
                </a:lnTo>
                <a:lnTo>
                  <a:pt x="15159" y="3626"/>
                </a:lnTo>
                <a:lnTo>
                  <a:pt x="15111" y="3626"/>
                </a:lnTo>
                <a:lnTo>
                  <a:pt x="15062" y="3651"/>
                </a:lnTo>
                <a:lnTo>
                  <a:pt x="15013" y="3724"/>
                </a:lnTo>
                <a:lnTo>
                  <a:pt x="15013" y="3821"/>
                </a:lnTo>
                <a:lnTo>
                  <a:pt x="15013" y="3894"/>
                </a:lnTo>
                <a:lnTo>
                  <a:pt x="15038" y="3991"/>
                </a:lnTo>
                <a:lnTo>
                  <a:pt x="15135" y="4137"/>
                </a:lnTo>
                <a:lnTo>
                  <a:pt x="15257" y="4283"/>
                </a:lnTo>
                <a:lnTo>
                  <a:pt x="15427" y="4453"/>
                </a:lnTo>
                <a:lnTo>
                  <a:pt x="15622" y="4599"/>
                </a:lnTo>
                <a:lnTo>
                  <a:pt x="15816" y="4745"/>
                </a:lnTo>
                <a:lnTo>
                  <a:pt x="15914" y="4818"/>
                </a:lnTo>
                <a:lnTo>
                  <a:pt x="16011" y="4843"/>
                </a:lnTo>
                <a:lnTo>
                  <a:pt x="15792" y="5135"/>
                </a:lnTo>
                <a:lnTo>
                  <a:pt x="14867" y="4162"/>
                </a:lnTo>
                <a:lnTo>
                  <a:pt x="13967" y="3213"/>
                </a:lnTo>
                <a:lnTo>
                  <a:pt x="13505" y="2750"/>
                </a:lnTo>
                <a:lnTo>
                  <a:pt x="13018" y="2288"/>
                </a:lnTo>
                <a:lnTo>
                  <a:pt x="12531" y="1850"/>
                </a:lnTo>
                <a:lnTo>
                  <a:pt x="12021" y="1461"/>
                </a:lnTo>
                <a:lnTo>
                  <a:pt x="12021" y="1388"/>
                </a:lnTo>
                <a:lnTo>
                  <a:pt x="12118" y="1315"/>
                </a:lnTo>
                <a:lnTo>
                  <a:pt x="12215" y="1242"/>
                </a:lnTo>
                <a:lnTo>
                  <a:pt x="12385" y="1047"/>
                </a:lnTo>
                <a:lnTo>
                  <a:pt x="12629" y="852"/>
                </a:lnTo>
                <a:lnTo>
                  <a:pt x="12921" y="682"/>
                </a:lnTo>
                <a:lnTo>
                  <a:pt x="13213" y="560"/>
                </a:lnTo>
                <a:lnTo>
                  <a:pt x="13505" y="463"/>
                </a:lnTo>
                <a:lnTo>
                  <a:pt x="13675" y="439"/>
                </a:lnTo>
                <a:close/>
                <a:moveTo>
                  <a:pt x="11753" y="1704"/>
                </a:moveTo>
                <a:lnTo>
                  <a:pt x="11826" y="1850"/>
                </a:lnTo>
                <a:lnTo>
                  <a:pt x="11948" y="1972"/>
                </a:lnTo>
                <a:lnTo>
                  <a:pt x="12093" y="2069"/>
                </a:lnTo>
                <a:lnTo>
                  <a:pt x="12385" y="2288"/>
                </a:lnTo>
                <a:lnTo>
                  <a:pt x="12677" y="2531"/>
                </a:lnTo>
                <a:lnTo>
                  <a:pt x="12945" y="2823"/>
                </a:lnTo>
                <a:lnTo>
                  <a:pt x="13480" y="3383"/>
                </a:lnTo>
                <a:lnTo>
                  <a:pt x="14478" y="4453"/>
                </a:lnTo>
                <a:lnTo>
                  <a:pt x="15500" y="5500"/>
                </a:lnTo>
                <a:lnTo>
                  <a:pt x="15111" y="5962"/>
                </a:lnTo>
                <a:lnTo>
                  <a:pt x="14600" y="5500"/>
                </a:lnTo>
                <a:lnTo>
                  <a:pt x="14113" y="5013"/>
                </a:lnTo>
                <a:lnTo>
                  <a:pt x="13213" y="4016"/>
                </a:lnTo>
                <a:lnTo>
                  <a:pt x="12750" y="3529"/>
                </a:lnTo>
                <a:lnTo>
                  <a:pt x="12264" y="3018"/>
                </a:lnTo>
                <a:lnTo>
                  <a:pt x="11777" y="2556"/>
                </a:lnTo>
                <a:lnTo>
                  <a:pt x="11266" y="2093"/>
                </a:lnTo>
                <a:lnTo>
                  <a:pt x="11753" y="1704"/>
                </a:lnTo>
                <a:close/>
                <a:moveTo>
                  <a:pt x="13724" y="5232"/>
                </a:moveTo>
                <a:lnTo>
                  <a:pt x="14235" y="5767"/>
                </a:lnTo>
                <a:lnTo>
                  <a:pt x="14794" y="6278"/>
                </a:lnTo>
                <a:lnTo>
                  <a:pt x="14575" y="6497"/>
                </a:lnTo>
                <a:lnTo>
                  <a:pt x="14259" y="6278"/>
                </a:lnTo>
                <a:lnTo>
                  <a:pt x="13967" y="6035"/>
                </a:lnTo>
                <a:lnTo>
                  <a:pt x="13699" y="5792"/>
                </a:lnTo>
                <a:lnTo>
                  <a:pt x="13432" y="5573"/>
                </a:lnTo>
                <a:lnTo>
                  <a:pt x="13724" y="5232"/>
                </a:lnTo>
                <a:close/>
                <a:moveTo>
                  <a:pt x="13261" y="5767"/>
                </a:moveTo>
                <a:lnTo>
                  <a:pt x="13359" y="5913"/>
                </a:lnTo>
                <a:lnTo>
                  <a:pt x="13456" y="6059"/>
                </a:lnTo>
                <a:lnTo>
                  <a:pt x="13724" y="6303"/>
                </a:lnTo>
                <a:lnTo>
                  <a:pt x="13991" y="6546"/>
                </a:lnTo>
                <a:lnTo>
                  <a:pt x="14137" y="6668"/>
                </a:lnTo>
                <a:lnTo>
                  <a:pt x="14308" y="6765"/>
                </a:lnTo>
                <a:lnTo>
                  <a:pt x="14235" y="6814"/>
                </a:lnTo>
                <a:lnTo>
                  <a:pt x="14137" y="6692"/>
                </a:lnTo>
                <a:lnTo>
                  <a:pt x="13991" y="6595"/>
                </a:lnTo>
                <a:lnTo>
                  <a:pt x="13699" y="6400"/>
                </a:lnTo>
                <a:lnTo>
                  <a:pt x="13359" y="6230"/>
                </a:lnTo>
                <a:lnTo>
                  <a:pt x="13188" y="6132"/>
                </a:lnTo>
                <a:lnTo>
                  <a:pt x="13042" y="6011"/>
                </a:lnTo>
                <a:lnTo>
                  <a:pt x="13261" y="5767"/>
                </a:lnTo>
                <a:close/>
                <a:moveTo>
                  <a:pt x="13018" y="6059"/>
                </a:moveTo>
                <a:lnTo>
                  <a:pt x="13188" y="6303"/>
                </a:lnTo>
                <a:lnTo>
                  <a:pt x="13286" y="6424"/>
                </a:lnTo>
                <a:lnTo>
                  <a:pt x="13407" y="6522"/>
                </a:lnTo>
                <a:lnTo>
                  <a:pt x="14040" y="7008"/>
                </a:lnTo>
                <a:lnTo>
                  <a:pt x="13699" y="7349"/>
                </a:lnTo>
                <a:lnTo>
                  <a:pt x="13675" y="7325"/>
                </a:lnTo>
                <a:lnTo>
                  <a:pt x="13505" y="7227"/>
                </a:lnTo>
                <a:lnTo>
                  <a:pt x="13334" y="7106"/>
                </a:lnTo>
                <a:lnTo>
                  <a:pt x="13018" y="6838"/>
                </a:lnTo>
                <a:lnTo>
                  <a:pt x="12799" y="6668"/>
                </a:lnTo>
                <a:lnTo>
                  <a:pt x="12702" y="6595"/>
                </a:lnTo>
                <a:lnTo>
                  <a:pt x="12580" y="6546"/>
                </a:lnTo>
                <a:lnTo>
                  <a:pt x="12799" y="6303"/>
                </a:lnTo>
                <a:lnTo>
                  <a:pt x="13018" y="6059"/>
                </a:lnTo>
                <a:close/>
                <a:moveTo>
                  <a:pt x="12385" y="6716"/>
                </a:moveTo>
                <a:lnTo>
                  <a:pt x="12483" y="6838"/>
                </a:lnTo>
                <a:lnTo>
                  <a:pt x="12580" y="6935"/>
                </a:lnTo>
                <a:lnTo>
                  <a:pt x="12799" y="7130"/>
                </a:lnTo>
                <a:lnTo>
                  <a:pt x="13091" y="7398"/>
                </a:lnTo>
                <a:lnTo>
                  <a:pt x="13407" y="7617"/>
                </a:lnTo>
                <a:lnTo>
                  <a:pt x="13018" y="8006"/>
                </a:lnTo>
                <a:lnTo>
                  <a:pt x="12921" y="8079"/>
                </a:lnTo>
                <a:lnTo>
                  <a:pt x="12823" y="7909"/>
                </a:lnTo>
                <a:lnTo>
                  <a:pt x="12653" y="7763"/>
                </a:lnTo>
                <a:lnTo>
                  <a:pt x="12312" y="7495"/>
                </a:lnTo>
                <a:lnTo>
                  <a:pt x="12093" y="7325"/>
                </a:lnTo>
                <a:lnTo>
                  <a:pt x="11972" y="7252"/>
                </a:lnTo>
                <a:lnTo>
                  <a:pt x="11850" y="7179"/>
                </a:lnTo>
                <a:lnTo>
                  <a:pt x="12385" y="6716"/>
                </a:lnTo>
                <a:close/>
                <a:moveTo>
                  <a:pt x="11631" y="7373"/>
                </a:moveTo>
                <a:lnTo>
                  <a:pt x="11729" y="7471"/>
                </a:lnTo>
                <a:lnTo>
                  <a:pt x="11850" y="7568"/>
                </a:lnTo>
                <a:lnTo>
                  <a:pt x="12093" y="7738"/>
                </a:lnTo>
                <a:lnTo>
                  <a:pt x="12434" y="8055"/>
                </a:lnTo>
                <a:lnTo>
                  <a:pt x="12556" y="8201"/>
                </a:lnTo>
                <a:lnTo>
                  <a:pt x="12702" y="8322"/>
                </a:lnTo>
                <a:lnTo>
                  <a:pt x="11948" y="9150"/>
                </a:lnTo>
                <a:lnTo>
                  <a:pt x="11680" y="8906"/>
                </a:lnTo>
                <a:lnTo>
                  <a:pt x="11364" y="8687"/>
                </a:lnTo>
                <a:lnTo>
                  <a:pt x="11072" y="8444"/>
                </a:lnTo>
                <a:lnTo>
                  <a:pt x="10780" y="8201"/>
                </a:lnTo>
                <a:lnTo>
                  <a:pt x="11096" y="7860"/>
                </a:lnTo>
                <a:lnTo>
                  <a:pt x="11193" y="7957"/>
                </a:lnTo>
                <a:lnTo>
                  <a:pt x="11291" y="8030"/>
                </a:lnTo>
                <a:lnTo>
                  <a:pt x="11461" y="8176"/>
                </a:lnTo>
                <a:lnTo>
                  <a:pt x="11777" y="8493"/>
                </a:lnTo>
                <a:lnTo>
                  <a:pt x="11972" y="8614"/>
                </a:lnTo>
                <a:lnTo>
                  <a:pt x="12166" y="8736"/>
                </a:lnTo>
                <a:lnTo>
                  <a:pt x="12288" y="8736"/>
                </a:lnTo>
                <a:lnTo>
                  <a:pt x="12337" y="8712"/>
                </a:lnTo>
                <a:lnTo>
                  <a:pt x="12361" y="8639"/>
                </a:lnTo>
                <a:lnTo>
                  <a:pt x="12361" y="8566"/>
                </a:lnTo>
                <a:lnTo>
                  <a:pt x="12337" y="8493"/>
                </a:lnTo>
                <a:lnTo>
                  <a:pt x="12118" y="8322"/>
                </a:lnTo>
                <a:lnTo>
                  <a:pt x="11899" y="8152"/>
                </a:lnTo>
                <a:lnTo>
                  <a:pt x="11461" y="7811"/>
                </a:lnTo>
                <a:lnTo>
                  <a:pt x="11291" y="7690"/>
                </a:lnTo>
                <a:lnTo>
                  <a:pt x="11631" y="7373"/>
                </a:lnTo>
                <a:close/>
                <a:moveTo>
                  <a:pt x="10634" y="8371"/>
                </a:moveTo>
                <a:lnTo>
                  <a:pt x="10731" y="8541"/>
                </a:lnTo>
                <a:lnTo>
                  <a:pt x="10853" y="8687"/>
                </a:lnTo>
                <a:lnTo>
                  <a:pt x="10974" y="8809"/>
                </a:lnTo>
                <a:lnTo>
                  <a:pt x="11145" y="8931"/>
                </a:lnTo>
                <a:lnTo>
                  <a:pt x="11461" y="9150"/>
                </a:lnTo>
                <a:lnTo>
                  <a:pt x="11753" y="9369"/>
                </a:lnTo>
                <a:lnTo>
                  <a:pt x="11461" y="9685"/>
                </a:lnTo>
                <a:lnTo>
                  <a:pt x="11145" y="9442"/>
                </a:lnTo>
                <a:lnTo>
                  <a:pt x="10828" y="9198"/>
                </a:lnTo>
                <a:lnTo>
                  <a:pt x="10585" y="8955"/>
                </a:lnTo>
                <a:lnTo>
                  <a:pt x="10463" y="8833"/>
                </a:lnTo>
                <a:lnTo>
                  <a:pt x="10317" y="8736"/>
                </a:lnTo>
                <a:lnTo>
                  <a:pt x="10634" y="8371"/>
                </a:lnTo>
                <a:close/>
                <a:moveTo>
                  <a:pt x="10196" y="8931"/>
                </a:moveTo>
                <a:lnTo>
                  <a:pt x="10269" y="9052"/>
                </a:lnTo>
                <a:lnTo>
                  <a:pt x="10366" y="9198"/>
                </a:lnTo>
                <a:lnTo>
                  <a:pt x="10609" y="9417"/>
                </a:lnTo>
                <a:lnTo>
                  <a:pt x="10901" y="9709"/>
                </a:lnTo>
                <a:lnTo>
                  <a:pt x="11072" y="9831"/>
                </a:lnTo>
                <a:lnTo>
                  <a:pt x="11242" y="9953"/>
                </a:lnTo>
                <a:lnTo>
                  <a:pt x="10415" y="10853"/>
                </a:lnTo>
                <a:lnTo>
                  <a:pt x="10317" y="10707"/>
                </a:lnTo>
                <a:lnTo>
                  <a:pt x="10196" y="10585"/>
                </a:lnTo>
                <a:lnTo>
                  <a:pt x="9904" y="10366"/>
                </a:lnTo>
                <a:lnTo>
                  <a:pt x="9636" y="10172"/>
                </a:lnTo>
                <a:lnTo>
                  <a:pt x="9466" y="10074"/>
                </a:lnTo>
                <a:lnTo>
                  <a:pt x="9320" y="10001"/>
                </a:lnTo>
                <a:lnTo>
                  <a:pt x="9563" y="9709"/>
                </a:lnTo>
                <a:lnTo>
                  <a:pt x="9782" y="9880"/>
                </a:lnTo>
                <a:lnTo>
                  <a:pt x="10001" y="10026"/>
                </a:lnTo>
                <a:lnTo>
                  <a:pt x="10244" y="10245"/>
                </a:lnTo>
                <a:lnTo>
                  <a:pt x="10390" y="10366"/>
                </a:lnTo>
                <a:lnTo>
                  <a:pt x="10536" y="10464"/>
                </a:lnTo>
                <a:lnTo>
                  <a:pt x="10609" y="10488"/>
                </a:lnTo>
                <a:lnTo>
                  <a:pt x="10658" y="10464"/>
                </a:lnTo>
                <a:lnTo>
                  <a:pt x="10731" y="10439"/>
                </a:lnTo>
                <a:lnTo>
                  <a:pt x="10780" y="10391"/>
                </a:lnTo>
                <a:lnTo>
                  <a:pt x="10804" y="10342"/>
                </a:lnTo>
                <a:lnTo>
                  <a:pt x="10828" y="10269"/>
                </a:lnTo>
                <a:lnTo>
                  <a:pt x="10804" y="10220"/>
                </a:lnTo>
                <a:lnTo>
                  <a:pt x="10755" y="10147"/>
                </a:lnTo>
                <a:lnTo>
                  <a:pt x="10220" y="9734"/>
                </a:lnTo>
                <a:lnTo>
                  <a:pt x="10001" y="9563"/>
                </a:lnTo>
                <a:lnTo>
                  <a:pt x="9904" y="9490"/>
                </a:lnTo>
                <a:lnTo>
                  <a:pt x="9782" y="9442"/>
                </a:lnTo>
                <a:lnTo>
                  <a:pt x="10196" y="8931"/>
                </a:lnTo>
                <a:close/>
                <a:moveTo>
                  <a:pt x="9125" y="10245"/>
                </a:moveTo>
                <a:lnTo>
                  <a:pt x="9247" y="10342"/>
                </a:lnTo>
                <a:lnTo>
                  <a:pt x="9368" y="10415"/>
                </a:lnTo>
                <a:lnTo>
                  <a:pt x="9612" y="10585"/>
                </a:lnTo>
                <a:lnTo>
                  <a:pt x="9904" y="10829"/>
                </a:lnTo>
                <a:lnTo>
                  <a:pt x="10050" y="10950"/>
                </a:lnTo>
                <a:lnTo>
                  <a:pt x="10220" y="11048"/>
                </a:lnTo>
                <a:lnTo>
                  <a:pt x="9685" y="11583"/>
                </a:lnTo>
                <a:lnTo>
                  <a:pt x="9685" y="11534"/>
                </a:lnTo>
                <a:lnTo>
                  <a:pt x="9660" y="11437"/>
                </a:lnTo>
                <a:lnTo>
                  <a:pt x="9587" y="11364"/>
                </a:lnTo>
                <a:lnTo>
                  <a:pt x="9417" y="11218"/>
                </a:lnTo>
                <a:lnTo>
                  <a:pt x="9222" y="11023"/>
                </a:lnTo>
                <a:lnTo>
                  <a:pt x="9028" y="10853"/>
                </a:lnTo>
                <a:lnTo>
                  <a:pt x="8906" y="10756"/>
                </a:lnTo>
                <a:lnTo>
                  <a:pt x="8736" y="10683"/>
                </a:lnTo>
                <a:lnTo>
                  <a:pt x="8833" y="10585"/>
                </a:lnTo>
                <a:lnTo>
                  <a:pt x="9125" y="10245"/>
                </a:lnTo>
                <a:close/>
                <a:moveTo>
                  <a:pt x="8468" y="10926"/>
                </a:moveTo>
                <a:lnTo>
                  <a:pt x="8687" y="11096"/>
                </a:lnTo>
                <a:lnTo>
                  <a:pt x="8930" y="11291"/>
                </a:lnTo>
                <a:lnTo>
                  <a:pt x="9052" y="11437"/>
                </a:lnTo>
                <a:lnTo>
                  <a:pt x="9198" y="11583"/>
                </a:lnTo>
                <a:lnTo>
                  <a:pt x="9271" y="11656"/>
                </a:lnTo>
                <a:lnTo>
                  <a:pt x="9344" y="11705"/>
                </a:lnTo>
                <a:lnTo>
                  <a:pt x="9441" y="11753"/>
                </a:lnTo>
                <a:lnTo>
                  <a:pt x="9539" y="11753"/>
                </a:lnTo>
                <a:lnTo>
                  <a:pt x="8468" y="12824"/>
                </a:lnTo>
                <a:lnTo>
                  <a:pt x="8152" y="12532"/>
                </a:lnTo>
                <a:lnTo>
                  <a:pt x="7811" y="12240"/>
                </a:lnTo>
                <a:lnTo>
                  <a:pt x="7470" y="11899"/>
                </a:lnTo>
                <a:lnTo>
                  <a:pt x="7349" y="11826"/>
                </a:lnTo>
                <a:lnTo>
                  <a:pt x="7738" y="11534"/>
                </a:lnTo>
                <a:lnTo>
                  <a:pt x="7860" y="11705"/>
                </a:lnTo>
                <a:lnTo>
                  <a:pt x="8006" y="11875"/>
                </a:lnTo>
                <a:lnTo>
                  <a:pt x="8371" y="12264"/>
                </a:lnTo>
                <a:lnTo>
                  <a:pt x="8517" y="12434"/>
                </a:lnTo>
                <a:lnTo>
                  <a:pt x="8590" y="12483"/>
                </a:lnTo>
                <a:lnTo>
                  <a:pt x="8687" y="12507"/>
                </a:lnTo>
                <a:lnTo>
                  <a:pt x="8736" y="12507"/>
                </a:lnTo>
                <a:lnTo>
                  <a:pt x="8809" y="12483"/>
                </a:lnTo>
                <a:lnTo>
                  <a:pt x="8833" y="12434"/>
                </a:lnTo>
                <a:lnTo>
                  <a:pt x="8857" y="12386"/>
                </a:lnTo>
                <a:lnTo>
                  <a:pt x="8857" y="12289"/>
                </a:lnTo>
                <a:lnTo>
                  <a:pt x="8809" y="12191"/>
                </a:lnTo>
                <a:lnTo>
                  <a:pt x="8760" y="12094"/>
                </a:lnTo>
                <a:lnTo>
                  <a:pt x="8663" y="11997"/>
                </a:lnTo>
                <a:lnTo>
                  <a:pt x="8492" y="11826"/>
                </a:lnTo>
                <a:lnTo>
                  <a:pt x="8322" y="11680"/>
                </a:lnTo>
                <a:lnTo>
                  <a:pt x="8152" y="11510"/>
                </a:lnTo>
                <a:lnTo>
                  <a:pt x="7957" y="11364"/>
                </a:lnTo>
                <a:lnTo>
                  <a:pt x="8468" y="10926"/>
                </a:lnTo>
                <a:close/>
                <a:moveTo>
                  <a:pt x="11047" y="2312"/>
                </a:moveTo>
                <a:lnTo>
                  <a:pt x="11120" y="2434"/>
                </a:lnTo>
                <a:lnTo>
                  <a:pt x="11218" y="2531"/>
                </a:lnTo>
                <a:lnTo>
                  <a:pt x="11437" y="2750"/>
                </a:lnTo>
                <a:lnTo>
                  <a:pt x="11850" y="3213"/>
                </a:lnTo>
                <a:lnTo>
                  <a:pt x="11826" y="3213"/>
                </a:lnTo>
                <a:lnTo>
                  <a:pt x="11193" y="3748"/>
                </a:lnTo>
                <a:lnTo>
                  <a:pt x="10609" y="4283"/>
                </a:lnTo>
                <a:lnTo>
                  <a:pt x="10025" y="4867"/>
                </a:lnTo>
                <a:lnTo>
                  <a:pt x="9490" y="5500"/>
                </a:lnTo>
                <a:lnTo>
                  <a:pt x="9174" y="5865"/>
                </a:lnTo>
                <a:lnTo>
                  <a:pt x="8857" y="6254"/>
                </a:lnTo>
                <a:lnTo>
                  <a:pt x="8517" y="6595"/>
                </a:lnTo>
                <a:lnTo>
                  <a:pt x="8176" y="6935"/>
                </a:lnTo>
                <a:lnTo>
                  <a:pt x="7373" y="7617"/>
                </a:lnTo>
                <a:lnTo>
                  <a:pt x="6984" y="7933"/>
                </a:lnTo>
                <a:lnTo>
                  <a:pt x="6594" y="8274"/>
                </a:lnTo>
                <a:lnTo>
                  <a:pt x="6229" y="8639"/>
                </a:lnTo>
                <a:lnTo>
                  <a:pt x="5864" y="9004"/>
                </a:lnTo>
                <a:lnTo>
                  <a:pt x="5183" y="9782"/>
                </a:lnTo>
                <a:lnTo>
                  <a:pt x="4502" y="10537"/>
                </a:lnTo>
                <a:lnTo>
                  <a:pt x="4137" y="10902"/>
                </a:lnTo>
                <a:lnTo>
                  <a:pt x="3772" y="11242"/>
                </a:lnTo>
                <a:lnTo>
                  <a:pt x="3115" y="11802"/>
                </a:lnTo>
                <a:lnTo>
                  <a:pt x="2799" y="12118"/>
                </a:lnTo>
                <a:lnTo>
                  <a:pt x="2507" y="12434"/>
                </a:lnTo>
                <a:lnTo>
                  <a:pt x="2263" y="12702"/>
                </a:lnTo>
                <a:lnTo>
                  <a:pt x="2166" y="12848"/>
                </a:lnTo>
                <a:lnTo>
                  <a:pt x="2069" y="13018"/>
                </a:lnTo>
                <a:lnTo>
                  <a:pt x="1850" y="12824"/>
                </a:lnTo>
                <a:lnTo>
                  <a:pt x="1460" y="12459"/>
                </a:lnTo>
                <a:lnTo>
                  <a:pt x="1266" y="12264"/>
                </a:lnTo>
                <a:lnTo>
                  <a:pt x="1047" y="12118"/>
                </a:lnTo>
                <a:lnTo>
                  <a:pt x="1047" y="12070"/>
                </a:lnTo>
                <a:lnTo>
                  <a:pt x="1193" y="11997"/>
                </a:lnTo>
                <a:lnTo>
                  <a:pt x="1339" y="11924"/>
                </a:lnTo>
                <a:lnTo>
                  <a:pt x="1460" y="11826"/>
                </a:lnTo>
                <a:lnTo>
                  <a:pt x="1582" y="11705"/>
                </a:lnTo>
                <a:lnTo>
                  <a:pt x="2020" y="11218"/>
                </a:lnTo>
                <a:lnTo>
                  <a:pt x="2385" y="10853"/>
                </a:lnTo>
                <a:lnTo>
                  <a:pt x="2774" y="10537"/>
                </a:lnTo>
                <a:lnTo>
                  <a:pt x="3577" y="9880"/>
                </a:lnTo>
                <a:lnTo>
                  <a:pt x="3942" y="9539"/>
                </a:lnTo>
                <a:lnTo>
                  <a:pt x="4307" y="9198"/>
                </a:lnTo>
                <a:lnTo>
                  <a:pt x="5037" y="8468"/>
                </a:lnTo>
                <a:lnTo>
                  <a:pt x="5718" y="7738"/>
                </a:lnTo>
                <a:lnTo>
                  <a:pt x="6400" y="7008"/>
                </a:lnTo>
                <a:lnTo>
                  <a:pt x="7081" y="6303"/>
                </a:lnTo>
                <a:lnTo>
                  <a:pt x="7787" y="5621"/>
                </a:lnTo>
                <a:lnTo>
                  <a:pt x="8468" y="4940"/>
                </a:lnTo>
                <a:lnTo>
                  <a:pt x="9149" y="4259"/>
                </a:lnTo>
                <a:lnTo>
                  <a:pt x="10074" y="3261"/>
                </a:lnTo>
                <a:lnTo>
                  <a:pt x="10561" y="2775"/>
                </a:lnTo>
                <a:lnTo>
                  <a:pt x="11047" y="2312"/>
                </a:lnTo>
                <a:close/>
                <a:moveTo>
                  <a:pt x="7154" y="11997"/>
                </a:moveTo>
                <a:lnTo>
                  <a:pt x="7203" y="12094"/>
                </a:lnTo>
                <a:lnTo>
                  <a:pt x="7251" y="12167"/>
                </a:lnTo>
                <a:lnTo>
                  <a:pt x="7422" y="12386"/>
                </a:lnTo>
                <a:lnTo>
                  <a:pt x="7592" y="12580"/>
                </a:lnTo>
                <a:lnTo>
                  <a:pt x="7884" y="12872"/>
                </a:lnTo>
                <a:lnTo>
                  <a:pt x="8030" y="12994"/>
                </a:lnTo>
                <a:lnTo>
                  <a:pt x="8200" y="13091"/>
                </a:lnTo>
                <a:lnTo>
                  <a:pt x="7835" y="13481"/>
                </a:lnTo>
                <a:lnTo>
                  <a:pt x="7811" y="13432"/>
                </a:lnTo>
                <a:lnTo>
                  <a:pt x="7787" y="13408"/>
                </a:lnTo>
                <a:lnTo>
                  <a:pt x="7616" y="13262"/>
                </a:lnTo>
                <a:lnTo>
                  <a:pt x="7446" y="13140"/>
                </a:lnTo>
                <a:lnTo>
                  <a:pt x="7251" y="13018"/>
                </a:lnTo>
                <a:lnTo>
                  <a:pt x="7057" y="12872"/>
                </a:lnTo>
                <a:lnTo>
                  <a:pt x="6716" y="12580"/>
                </a:lnTo>
                <a:lnTo>
                  <a:pt x="6643" y="12532"/>
                </a:lnTo>
                <a:lnTo>
                  <a:pt x="6594" y="12507"/>
                </a:lnTo>
                <a:lnTo>
                  <a:pt x="6862" y="12240"/>
                </a:lnTo>
                <a:lnTo>
                  <a:pt x="7154" y="11997"/>
                </a:lnTo>
                <a:close/>
                <a:moveTo>
                  <a:pt x="6424" y="12702"/>
                </a:moveTo>
                <a:lnTo>
                  <a:pt x="6448" y="12775"/>
                </a:lnTo>
                <a:lnTo>
                  <a:pt x="6473" y="12848"/>
                </a:lnTo>
                <a:lnTo>
                  <a:pt x="6667" y="13043"/>
                </a:lnTo>
                <a:lnTo>
                  <a:pt x="6862" y="13213"/>
                </a:lnTo>
                <a:lnTo>
                  <a:pt x="7032" y="13359"/>
                </a:lnTo>
                <a:lnTo>
                  <a:pt x="7227" y="13481"/>
                </a:lnTo>
                <a:lnTo>
                  <a:pt x="7446" y="13602"/>
                </a:lnTo>
                <a:lnTo>
                  <a:pt x="7568" y="13627"/>
                </a:lnTo>
                <a:lnTo>
                  <a:pt x="7689" y="13627"/>
                </a:lnTo>
                <a:lnTo>
                  <a:pt x="7470" y="13846"/>
                </a:lnTo>
                <a:lnTo>
                  <a:pt x="7300" y="14040"/>
                </a:lnTo>
                <a:lnTo>
                  <a:pt x="7276" y="14016"/>
                </a:lnTo>
                <a:lnTo>
                  <a:pt x="6911" y="13797"/>
                </a:lnTo>
                <a:lnTo>
                  <a:pt x="6570" y="13554"/>
                </a:lnTo>
                <a:lnTo>
                  <a:pt x="6302" y="13335"/>
                </a:lnTo>
                <a:lnTo>
                  <a:pt x="6035" y="13164"/>
                </a:lnTo>
                <a:lnTo>
                  <a:pt x="6108" y="13043"/>
                </a:lnTo>
                <a:lnTo>
                  <a:pt x="6424" y="12702"/>
                </a:lnTo>
                <a:close/>
                <a:moveTo>
                  <a:pt x="5889" y="13335"/>
                </a:moveTo>
                <a:lnTo>
                  <a:pt x="5962" y="13456"/>
                </a:lnTo>
                <a:lnTo>
                  <a:pt x="6059" y="13578"/>
                </a:lnTo>
                <a:lnTo>
                  <a:pt x="6278" y="13797"/>
                </a:lnTo>
                <a:lnTo>
                  <a:pt x="6643" y="14089"/>
                </a:lnTo>
                <a:lnTo>
                  <a:pt x="6813" y="14211"/>
                </a:lnTo>
                <a:lnTo>
                  <a:pt x="7032" y="14308"/>
                </a:lnTo>
                <a:lnTo>
                  <a:pt x="6692" y="14673"/>
                </a:lnTo>
                <a:lnTo>
                  <a:pt x="6619" y="14624"/>
                </a:lnTo>
                <a:lnTo>
                  <a:pt x="6497" y="14600"/>
                </a:lnTo>
                <a:lnTo>
                  <a:pt x="6375" y="14527"/>
                </a:lnTo>
                <a:lnTo>
                  <a:pt x="6254" y="14454"/>
                </a:lnTo>
                <a:lnTo>
                  <a:pt x="6132" y="14381"/>
                </a:lnTo>
                <a:lnTo>
                  <a:pt x="5913" y="14186"/>
                </a:lnTo>
                <a:lnTo>
                  <a:pt x="5718" y="14016"/>
                </a:lnTo>
                <a:lnTo>
                  <a:pt x="5597" y="13943"/>
                </a:lnTo>
                <a:lnTo>
                  <a:pt x="5451" y="13846"/>
                </a:lnTo>
                <a:lnTo>
                  <a:pt x="5889" y="13335"/>
                </a:lnTo>
                <a:close/>
                <a:moveTo>
                  <a:pt x="12191" y="3553"/>
                </a:moveTo>
                <a:lnTo>
                  <a:pt x="12653" y="4040"/>
                </a:lnTo>
                <a:lnTo>
                  <a:pt x="13432" y="4916"/>
                </a:lnTo>
                <a:lnTo>
                  <a:pt x="13164" y="5208"/>
                </a:lnTo>
                <a:lnTo>
                  <a:pt x="12896" y="5500"/>
                </a:lnTo>
                <a:lnTo>
                  <a:pt x="12361" y="6108"/>
                </a:lnTo>
                <a:lnTo>
                  <a:pt x="12045" y="6424"/>
                </a:lnTo>
                <a:lnTo>
                  <a:pt x="11729" y="6716"/>
                </a:lnTo>
                <a:lnTo>
                  <a:pt x="11388" y="7008"/>
                </a:lnTo>
                <a:lnTo>
                  <a:pt x="11047" y="7300"/>
                </a:lnTo>
                <a:lnTo>
                  <a:pt x="10731" y="7617"/>
                </a:lnTo>
                <a:lnTo>
                  <a:pt x="10415" y="7957"/>
                </a:lnTo>
                <a:lnTo>
                  <a:pt x="9806" y="8687"/>
                </a:lnTo>
                <a:lnTo>
                  <a:pt x="9247" y="9417"/>
                </a:lnTo>
                <a:lnTo>
                  <a:pt x="8638" y="10147"/>
                </a:lnTo>
                <a:lnTo>
                  <a:pt x="8346" y="10464"/>
                </a:lnTo>
                <a:lnTo>
                  <a:pt x="8006" y="10756"/>
                </a:lnTo>
                <a:lnTo>
                  <a:pt x="7324" y="11340"/>
                </a:lnTo>
                <a:lnTo>
                  <a:pt x="6643" y="11899"/>
                </a:lnTo>
                <a:lnTo>
                  <a:pt x="6302" y="12191"/>
                </a:lnTo>
                <a:lnTo>
                  <a:pt x="6010" y="12532"/>
                </a:lnTo>
                <a:lnTo>
                  <a:pt x="5475" y="13164"/>
                </a:lnTo>
                <a:lnTo>
                  <a:pt x="4940" y="13773"/>
                </a:lnTo>
                <a:lnTo>
                  <a:pt x="4672" y="14016"/>
                </a:lnTo>
                <a:lnTo>
                  <a:pt x="4404" y="14235"/>
                </a:lnTo>
                <a:lnTo>
                  <a:pt x="4137" y="14454"/>
                </a:lnTo>
                <a:lnTo>
                  <a:pt x="4015" y="14600"/>
                </a:lnTo>
                <a:lnTo>
                  <a:pt x="3918" y="14722"/>
                </a:lnTo>
                <a:lnTo>
                  <a:pt x="3480" y="14284"/>
                </a:lnTo>
                <a:lnTo>
                  <a:pt x="3042" y="13846"/>
                </a:lnTo>
                <a:lnTo>
                  <a:pt x="2361" y="13262"/>
                </a:lnTo>
                <a:lnTo>
                  <a:pt x="2482" y="13164"/>
                </a:lnTo>
                <a:lnTo>
                  <a:pt x="2604" y="13043"/>
                </a:lnTo>
                <a:lnTo>
                  <a:pt x="2774" y="12799"/>
                </a:lnTo>
                <a:lnTo>
                  <a:pt x="3066" y="12507"/>
                </a:lnTo>
                <a:lnTo>
                  <a:pt x="3358" y="12216"/>
                </a:lnTo>
                <a:lnTo>
                  <a:pt x="3967" y="11680"/>
                </a:lnTo>
                <a:lnTo>
                  <a:pt x="4380" y="11315"/>
                </a:lnTo>
                <a:lnTo>
                  <a:pt x="4745" y="10950"/>
                </a:lnTo>
                <a:lnTo>
                  <a:pt x="5475" y="10172"/>
                </a:lnTo>
                <a:lnTo>
                  <a:pt x="6181" y="9393"/>
                </a:lnTo>
                <a:lnTo>
                  <a:pt x="6546" y="9004"/>
                </a:lnTo>
                <a:lnTo>
                  <a:pt x="6935" y="8614"/>
                </a:lnTo>
                <a:lnTo>
                  <a:pt x="7324" y="8274"/>
                </a:lnTo>
                <a:lnTo>
                  <a:pt x="7714" y="7933"/>
                </a:lnTo>
                <a:lnTo>
                  <a:pt x="8517" y="7276"/>
                </a:lnTo>
                <a:lnTo>
                  <a:pt x="8857" y="6935"/>
                </a:lnTo>
                <a:lnTo>
                  <a:pt x="9198" y="6595"/>
                </a:lnTo>
                <a:lnTo>
                  <a:pt x="9514" y="6205"/>
                </a:lnTo>
                <a:lnTo>
                  <a:pt x="9831" y="5840"/>
                </a:lnTo>
                <a:lnTo>
                  <a:pt x="10171" y="5427"/>
                </a:lnTo>
                <a:lnTo>
                  <a:pt x="10488" y="5062"/>
                </a:lnTo>
                <a:lnTo>
                  <a:pt x="10853" y="4697"/>
                </a:lnTo>
                <a:lnTo>
                  <a:pt x="11242" y="4356"/>
                </a:lnTo>
                <a:lnTo>
                  <a:pt x="11729" y="3967"/>
                </a:lnTo>
                <a:lnTo>
                  <a:pt x="11972" y="3772"/>
                </a:lnTo>
                <a:lnTo>
                  <a:pt x="12191" y="3553"/>
                </a:lnTo>
                <a:close/>
                <a:moveTo>
                  <a:pt x="5232" y="14065"/>
                </a:moveTo>
                <a:lnTo>
                  <a:pt x="5353" y="14186"/>
                </a:lnTo>
                <a:lnTo>
                  <a:pt x="5451" y="14308"/>
                </a:lnTo>
                <a:lnTo>
                  <a:pt x="5645" y="14454"/>
                </a:lnTo>
                <a:lnTo>
                  <a:pt x="5816" y="14624"/>
                </a:lnTo>
                <a:lnTo>
                  <a:pt x="5986" y="14770"/>
                </a:lnTo>
                <a:lnTo>
                  <a:pt x="6181" y="14892"/>
                </a:lnTo>
                <a:lnTo>
                  <a:pt x="6375" y="14989"/>
                </a:lnTo>
                <a:lnTo>
                  <a:pt x="6108" y="15281"/>
                </a:lnTo>
                <a:lnTo>
                  <a:pt x="5937" y="15452"/>
                </a:lnTo>
                <a:lnTo>
                  <a:pt x="5937" y="15403"/>
                </a:lnTo>
                <a:lnTo>
                  <a:pt x="5889" y="15354"/>
                </a:lnTo>
                <a:lnTo>
                  <a:pt x="5597" y="15038"/>
                </a:lnTo>
                <a:lnTo>
                  <a:pt x="5280" y="14746"/>
                </a:lnTo>
                <a:lnTo>
                  <a:pt x="5086" y="14576"/>
                </a:lnTo>
                <a:lnTo>
                  <a:pt x="4964" y="14503"/>
                </a:lnTo>
                <a:lnTo>
                  <a:pt x="4867" y="14430"/>
                </a:lnTo>
                <a:lnTo>
                  <a:pt x="5037" y="14284"/>
                </a:lnTo>
                <a:lnTo>
                  <a:pt x="5232" y="14065"/>
                </a:lnTo>
                <a:close/>
                <a:moveTo>
                  <a:pt x="852" y="15476"/>
                </a:moveTo>
                <a:lnTo>
                  <a:pt x="974" y="15598"/>
                </a:lnTo>
                <a:lnTo>
                  <a:pt x="1412" y="16036"/>
                </a:lnTo>
                <a:lnTo>
                  <a:pt x="1363" y="16011"/>
                </a:lnTo>
                <a:lnTo>
                  <a:pt x="1290" y="15987"/>
                </a:lnTo>
                <a:lnTo>
                  <a:pt x="852" y="15476"/>
                </a:lnTo>
                <a:close/>
                <a:moveTo>
                  <a:pt x="4575" y="14673"/>
                </a:moveTo>
                <a:lnTo>
                  <a:pt x="4696" y="14795"/>
                </a:lnTo>
                <a:lnTo>
                  <a:pt x="4818" y="14892"/>
                </a:lnTo>
                <a:lnTo>
                  <a:pt x="5037" y="15087"/>
                </a:lnTo>
                <a:lnTo>
                  <a:pt x="5329" y="15354"/>
                </a:lnTo>
                <a:lnTo>
                  <a:pt x="5597" y="15622"/>
                </a:lnTo>
                <a:lnTo>
                  <a:pt x="5670" y="15671"/>
                </a:lnTo>
                <a:lnTo>
                  <a:pt x="5718" y="15671"/>
                </a:lnTo>
                <a:lnTo>
                  <a:pt x="5378" y="15987"/>
                </a:lnTo>
                <a:lnTo>
                  <a:pt x="5232" y="16109"/>
                </a:lnTo>
                <a:lnTo>
                  <a:pt x="5183" y="16060"/>
                </a:lnTo>
                <a:lnTo>
                  <a:pt x="5110" y="16036"/>
                </a:lnTo>
                <a:lnTo>
                  <a:pt x="4088" y="14916"/>
                </a:lnTo>
                <a:lnTo>
                  <a:pt x="4210" y="14868"/>
                </a:lnTo>
                <a:lnTo>
                  <a:pt x="4331" y="14819"/>
                </a:lnTo>
                <a:lnTo>
                  <a:pt x="4453" y="14746"/>
                </a:lnTo>
                <a:lnTo>
                  <a:pt x="4575" y="14673"/>
                </a:lnTo>
                <a:close/>
                <a:moveTo>
                  <a:pt x="755" y="16230"/>
                </a:moveTo>
                <a:lnTo>
                  <a:pt x="1071" y="16498"/>
                </a:lnTo>
                <a:lnTo>
                  <a:pt x="1071" y="16522"/>
                </a:lnTo>
                <a:lnTo>
                  <a:pt x="998" y="16474"/>
                </a:lnTo>
                <a:lnTo>
                  <a:pt x="925" y="16449"/>
                </a:lnTo>
                <a:lnTo>
                  <a:pt x="852" y="16376"/>
                </a:lnTo>
                <a:lnTo>
                  <a:pt x="755" y="16230"/>
                </a:lnTo>
                <a:close/>
                <a:moveTo>
                  <a:pt x="1047" y="12532"/>
                </a:moveTo>
                <a:lnTo>
                  <a:pt x="1168" y="12678"/>
                </a:lnTo>
                <a:lnTo>
                  <a:pt x="1314" y="12824"/>
                </a:lnTo>
                <a:lnTo>
                  <a:pt x="1582" y="13067"/>
                </a:lnTo>
                <a:lnTo>
                  <a:pt x="2166" y="13602"/>
                </a:lnTo>
                <a:lnTo>
                  <a:pt x="2750" y="14113"/>
                </a:lnTo>
                <a:lnTo>
                  <a:pt x="3018" y="14357"/>
                </a:lnTo>
                <a:lnTo>
                  <a:pt x="3261" y="14600"/>
                </a:lnTo>
                <a:lnTo>
                  <a:pt x="3723" y="15135"/>
                </a:lnTo>
                <a:lnTo>
                  <a:pt x="4185" y="15646"/>
                </a:lnTo>
                <a:lnTo>
                  <a:pt x="4672" y="16157"/>
                </a:lnTo>
                <a:lnTo>
                  <a:pt x="4404" y="16230"/>
                </a:lnTo>
                <a:lnTo>
                  <a:pt x="4112" y="16303"/>
                </a:lnTo>
                <a:lnTo>
                  <a:pt x="3553" y="16376"/>
                </a:lnTo>
                <a:lnTo>
                  <a:pt x="2969" y="16425"/>
                </a:lnTo>
                <a:lnTo>
                  <a:pt x="2409" y="16498"/>
                </a:lnTo>
                <a:lnTo>
                  <a:pt x="2288" y="16522"/>
                </a:lnTo>
                <a:lnTo>
                  <a:pt x="2263" y="16474"/>
                </a:lnTo>
                <a:lnTo>
                  <a:pt x="2142" y="16230"/>
                </a:lnTo>
                <a:lnTo>
                  <a:pt x="1996" y="16011"/>
                </a:lnTo>
                <a:lnTo>
                  <a:pt x="1801" y="15792"/>
                </a:lnTo>
                <a:lnTo>
                  <a:pt x="1606" y="15598"/>
                </a:lnTo>
                <a:lnTo>
                  <a:pt x="1168" y="15233"/>
                </a:lnTo>
                <a:lnTo>
                  <a:pt x="730" y="14892"/>
                </a:lnTo>
                <a:lnTo>
                  <a:pt x="779" y="14600"/>
                </a:lnTo>
                <a:lnTo>
                  <a:pt x="925" y="13262"/>
                </a:lnTo>
                <a:lnTo>
                  <a:pt x="1047" y="12532"/>
                </a:lnTo>
                <a:close/>
                <a:moveTo>
                  <a:pt x="1436" y="16644"/>
                </a:moveTo>
                <a:lnTo>
                  <a:pt x="1533" y="16717"/>
                </a:lnTo>
                <a:lnTo>
                  <a:pt x="1387" y="16741"/>
                </a:lnTo>
                <a:lnTo>
                  <a:pt x="1436" y="16644"/>
                </a:lnTo>
                <a:close/>
                <a:moveTo>
                  <a:pt x="536" y="16741"/>
                </a:moveTo>
                <a:lnTo>
                  <a:pt x="584" y="16766"/>
                </a:lnTo>
                <a:lnTo>
                  <a:pt x="609" y="16766"/>
                </a:lnTo>
                <a:lnTo>
                  <a:pt x="682" y="16814"/>
                </a:lnTo>
                <a:lnTo>
                  <a:pt x="779" y="16839"/>
                </a:lnTo>
                <a:lnTo>
                  <a:pt x="876" y="16839"/>
                </a:lnTo>
                <a:lnTo>
                  <a:pt x="974" y="16814"/>
                </a:lnTo>
                <a:lnTo>
                  <a:pt x="974" y="16839"/>
                </a:lnTo>
                <a:lnTo>
                  <a:pt x="755" y="16887"/>
                </a:lnTo>
                <a:lnTo>
                  <a:pt x="511" y="16936"/>
                </a:lnTo>
                <a:lnTo>
                  <a:pt x="536" y="16741"/>
                </a:lnTo>
                <a:close/>
                <a:moveTo>
                  <a:pt x="13967" y="1"/>
                </a:moveTo>
                <a:lnTo>
                  <a:pt x="13602" y="25"/>
                </a:lnTo>
                <a:lnTo>
                  <a:pt x="13261" y="74"/>
                </a:lnTo>
                <a:lnTo>
                  <a:pt x="12945" y="195"/>
                </a:lnTo>
                <a:lnTo>
                  <a:pt x="12629" y="341"/>
                </a:lnTo>
                <a:lnTo>
                  <a:pt x="12337" y="560"/>
                </a:lnTo>
                <a:lnTo>
                  <a:pt x="12021" y="828"/>
                </a:lnTo>
                <a:lnTo>
                  <a:pt x="11875" y="974"/>
                </a:lnTo>
                <a:lnTo>
                  <a:pt x="11826" y="1071"/>
                </a:lnTo>
                <a:lnTo>
                  <a:pt x="11777" y="1169"/>
                </a:lnTo>
                <a:lnTo>
                  <a:pt x="11704" y="1193"/>
                </a:lnTo>
                <a:lnTo>
                  <a:pt x="11339" y="1485"/>
                </a:lnTo>
                <a:lnTo>
                  <a:pt x="10999" y="1777"/>
                </a:lnTo>
                <a:lnTo>
                  <a:pt x="10317" y="2385"/>
                </a:lnTo>
                <a:lnTo>
                  <a:pt x="9685" y="3042"/>
                </a:lnTo>
                <a:lnTo>
                  <a:pt x="9052" y="3699"/>
                </a:lnTo>
                <a:lnTo>
                  <a:pt x="8395" y="4405"/>
                </a:lnTo>
                <a:lnTo>
                  <a:pt x="7714" y="5086"/>
                </a:lnTo>
                <a:lnTo>
                  <a:pt x="7032" y="5743"/>
                </a:lnTo>
                <a:lnTo>
                  <a:pt x="6351" y="6449"/>
                </a:lnTo>
                <a:lnTo>
                  <a:pt x="4964" y="7933"/>
                </a:lnTo>
                <a:lnTo>
                  <a:pt x="4258" y="8663"/>
                </a:lnTo>
                <a:lnTo>
                  <a:pt x="3894" y="9004"/>
                </a:lnTo>
                <a:lnTo>
                  <a:pt x="3529" y="9344"/>
                </a:lnTo>
                <a:lnTo>
                  <a:pt x="2190" y="10537"/>
                </a:lnTo>
                <a:lnTo>
                  <a:pt x="1558" y="11145"/>
                </a:lnTo>
                <a:lnTo>
                  <a:pt x="925" y="11778"/>
                </a:lnTo>
                <a:lnTo>
                  <a:pt x="876" y="11753"/>
                </a:lnTo>
                <a:lnTo>
                  <a:pt x="803" y="11778"/>
                </a:lnTo>
                <a:lnTo>
                  <a:pt x="755" y="11802"/>
                </a:lnTo>
                <a:lnTo>
                  <a:pt x="706" y="11851"/>
                </a:lnTo>
                <a:lnTo>
                  <a:pt x="609" y="12118"/>
                </a:lnTo>
                <a:lnTo>
                  <a:pt x="511" y="12386"/>
                </a:lnTo>
                <a:lnTo>
                  <a:pt x="463" y="12702"/>
                </a:lnTo>
                <a:lnTo>
                  <a:pt x="414" y="12994"/>
                </a:lnTo>
                <a:lnTo>
                  <a:pt x="365" y="13627"/>
                </a:lnTo>
                <a:lnTo>
                  <a:pt x="292" y="14211"/>
                </a:lnTo>
                <a:lnTo>
                  <a:pt x="98" y="15646"/>
                </a:lnTo>
                <a:lnTo>
                  <a:pt x="25" y="16376"/>
                </a:lnTo>
                <a:lnTo>
                  <a:pt x="0" y="16717"/>
                </a:lnTo>
                <a:lnTo>
                  <a:pt x="0" y="17082"/>
                </a:lnTo>
                <a:lnTo>
                  <a:pt x="0" y="17155"/>
                </a:lnTo>
                <a:lnTo>
                  <a:pt x="25" y="17204"/>
                </a:lnTo>
                <a:lnTo>
                  <a:pt x="122" y="17277"/>
                </a:lnTo>
                <a:lnTo>
                  <a:pt x="219" y="17325"/>
                </a:lnTo>
                <a:lnTo>
                  <a:pt x="341" y="17325"/>
                </a:lnTo>
                <a:lnTo>
                  <a:pt x="438" y="17350"/>
                </a:lnTo>
                <a:lnTo>
                  <a:pt x="560" y="17374"/>
                </a:lnTo>
                <a:lnTo>
                  <a:pt x="803" y="17398"/>
                </a:lnTo>
                <a:lnTo>
                  <a:pt x="1047" y="17350"/>
                </a:lnTo>
                <a:lnTo>
                  <a:pt x="1339" y="17301"/>
                </a:lnTo>
                <a:lnTo>
                  <a:pt x="1874" y="17131"/>
                </a:lnTo>
                <a:lnTo>
                  <a:pt x="2312" y="17009"/>
                </a:lnTo>
                <a:lnTo>
                  <a:pt x="2677" y="16936"/>
                </a:lnTo>
                <a:lnTo>
                  <a:pt x="3018" y="16887"/>
                </a:lnTo>
                <a:lnTo>
                  <a:pt x="3723" y="16839"/>
                </a:lnTo>
                <a:lnTo>
                  <a:pt x="4088" y="16790"/>
                </a:lnTo>
                <a:lnTo>
                  <a:pt x="4429" y="16741"/>
                </a:lnTo>
                <a:lnTo>
                  <a:pt x="4769" y="16644"/>
                </a:lnTo>
                <a:lnTo>
                  <a:pt x="5110" y="16522"/>
                </a:lnTo>
                <a:lnTo>
                  <a:pt x="5159" y="16498"/>
                </a:lnTo>
                <a:lnTo>
                  <a:pt x="5207" y="16449"/>
                </a:lnTo>
                <a:lnTo>
                  <a:pt x="5353" y="16401"/>
                </a:lnTo>
                <a:lnTo>
                  <a:pt x="5499" y="16328"/>
                </a:lnTo>
                <a:lnTo>
                  <a:pt x="5645" y="16255"/>
                </a:lnTo>
                <a:lnTo>
                  <a:pt x="5791" y="16133"/>
                </a:lnTo>
                <a:lnTo>
                  <a:pt x="6035" y="15890"/>
                </a:lnTo>
                <a:lnTo>
                  <a:pt x="6254" y="15671"/>
                </a:lnTo>
                <a:lnTo>
                  <a:pt x="6959" y="14965"/>
                </a:lnTo>
                <a:lnTo>
                  <a:pt x="7641" y="14284"/>
                </a:lnTo>
                <a:lnTo>
                  <a:pt x="9101" y="12824"/>
                </a:lnTo>
                <a:lnTo>
                  <a:pt x="10536" y="11364"/>
                </a:lnTo>
                <a:lnTo>
                  <a:pt x="11218" y="10658"/>
                </a:lnTo>
                <a:lnTo>
                  <a:pt x="11875" y="9904"/>
                </a:lnTo>
                <a:lnTo>
                  <a:pt x="12531" y="9174"/>
                </a:lnTo>
                <a:lnTo>
                  <a:pt x="13213" y="8444"/>
                </a:lnTo>
                <a:lnTo>
                  <a:pt x="13870" y="7811"/>
                </a:lnTo>
                <a:lnTo>
                  <a:pt x="14527" y="7179"/>
                </a:lnTo>
                <a:lnTo>
                  <a:pt x="15184" y="6522"/>
                </a:lnTo>
                <a:lnTo>
                  <a:pt x="15500" y="6205"/>
                </a:lnTo>
                <a:lnTo>
                  <a:pt x="15816" y="5840"/>
                </a:lnTo>
                <a:lnTo>
                  <a:pt x="15889" y="5792"/>
                </a:lnTo>
                <a:lnTo>
                  <a:pt x="15987" y="5767"/>
                </a:lnTo>
                <a:lnTo>
                  <a:pt x="16060" y="5694"/>
                </a:lnTo>
                <a:lnTo>
                  <a:pt x="16108" y="5621"/>
                </a:lnTo>
                <a:lnTo>
                  <a:pt x="16133" y="5524"/>
                </a:lnTo>
                <a:lnTo>
                  <a:pt x="16376" y="5208"/>
                </a:lnTo>
                <a:lnTo>
                  <a:pt x="16595" y="4891"/>
                </a:lnTo>
                <a:lnTo>
                  <a:pt x="16814" y="4551"/>
                </a:lnTo>
                <a:lnTo>
                  <a:pt x="16984" y="4210"/>
                </a:lnTo>
                <a:lnTo>
                  <a:pt x="17106" y="3845"/>
                </a:lnTo>
                <a:lnTo>
                  <a:pt x="17203" y="3480"/>
                </a:lnTo>
                <a:lnTo>
                  <a:pt x="17228" y="3140"/>
                </a:lnTo>
                <a:lnTo>
                  <a:pt x="17203" y="2799"/>
                </a:lnTo>
                <a:lnTo>
                  <a:pt x="17130" y="2458"/>
                </a:lnTo>
                <a:lnTo>
                  <a:pt x="17009" y="2142"/>
                </a:lnTo>
                <a:lnTo>
                  <a:pt x="16863" y="1826"/>
                </a:lnTo>
                <a:lnTo>
                  <a:pt x="16668" y="1534"/>
                </a:lnTo>
                <a:lnTo>
                  <a:pt x="16449" y="1266"/>
                </a:lnTo>
                <a:lnTo>
                  <a:pt x="16230" y="998"/>
                </a:lnTo>
                <a:lnTo>
                  <a:pt x="15962" y="779"/>
                </a:lnTo>
                <a:lnTo>
                  <a:pt x="15670" y="560"/>
                </a:lnTo>
                <a:lnTo>
                  <a:pt x="15354" y="390"/>
                </a:lnTo>
                <a:lnTo>
                  <a:pt x="15013" y="244"/>
                </a:lnTo>
                <a:lnTo>
                  <a:pt x="14673" y="122"/>
                </a:lnTo>
                <a:lnTo>
                  <a:pt x="14332" y="49"/>
                </a:lnTo>
                <a:lnTo>
                  <a:pt x="139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sine"/>
                <a:cs typeface="Cousine"/>
                <a:sym typeface="Cousine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182679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>
            <a:off x="1413600" y="3197139"/>
            <a:ext cx="6316800" cy="1832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hu-HU" sz="2000" dirty="0"/>
              <a:t>E</a:t>
            </a:r>
            <a:r>
              <a:rPr lang="en-US" sz="2000" dirty="0" err="1"/>
              <a:t>gy</a:t>
            </a:r>
            <a:r>
              <a:rPr lang="en-US" sz="2000" dirty="0"/>
              <a:t> </a:t>
            </a:r>
            <a:r>
              <a:rPr lang="en-US" sz="2000" dirty="0" err="1"/>
              <a:t>programot</a:t>
            </a:r>
            <a:r>
              <a:rPr lang="en-US" sz="2000" dirty="0"/>
              <a:t> </a:t>
            </a:r>
            <a:r>
              <a:rPr lang="en-US" sz="2000" dirty="0" err="1"/>
              <a:t>lehetőleg</a:t>
            </a:r>
            <a:r>
              <a:rPr lang="en-US" sz="2000" dirty="0"/>
              <a:t> </a:t>
            </a:r>
            <a:r>
              <a:rPr lang="en-US" sz="2000" dirty="0" err="1"/>
              <a:t>úgy</a:t>
            </a:r>
            <a:r>
              <a:rPr lang="en-US" sz="2000" dirty="0"/>
              <a:t> </a:t>
            </a:r>
            <a:r>
              <a:rPr lang="en-US" sz="2000" dirty="0" err="1"/>
              <a:t>bontsunk</a:t>
            </a:r>
            <a:r>
              <a:rPr lang="en-US" sz="2000" dirty="0"/>
              <a:t> </a:t>
            </a:r>
            <a:r>
              <a:rPr lang="en-US" sz="2000" dirty="0" err="1"/>
              <a:t>fel</a:t>
            </a:r>
            <a:r>
              <a:rPr lang="en-US" sz="2000" dirty="0"/>
              <a:t> </a:t>
            </a:r>
            <a:r>
              <a:rPr lang="en-US" sz="2000" dirty="0" err="1"/>
              <a:t>különféle</a:t>
            </a:r>
            <a:r>
              <a:rPr lang="en-US" sz="2000" dirty="0"/>
              <a:t> </a:t>
            </a:r>
            <a:r>
              <a:rPr lang="en-US" sz="2000" dirty="0" err="1"/>
              <a:t>részekre</a:t>
            </a:r>
            <a:r>
              <a:rPr lang="en-US" sz="2000" dirty="0"/>
              <a:t>, </a:t>
            </a:r>
            <a:r>
              <a:rPr lang="en-US" sz="2000" dirty="0" err="1"/>
              <a:t>hogy</a:t>
            </a:r>
            <a:r>
              <a:rPr lang="en-US" sz="2000" dirty="0"/>
              <a:t> </a:t>
            </a:r>
            <a:r>
              <a:rPr lang="en-US" sz="2000" dirty="0" err="1"/>
              <a:t>az</a:t>
            </a:r>
            <a:r>
              <a:rPr lang="en-US" sz="2000" dirty="0"/>
              <a:t> </a:t>
            </a:r>
            <a:r>
              <a:rPr lang="en-US" sz="2000" dirty="0" err="1"/>
              <a:t>egyes</a:t>
            </a:r>
            <a:r>
              <a:rPr lang="en-US" sz="2000" dirty="0"/>
              <a:t> </a:t>
            </a:r>
            <a:r>
              <a:rPr lang="en-US" sz="2000" dirty="0" err="1"/>
              <a:t>részek</a:t>
            </a:r>
            <a:r>
              <a:rPr lang="en-US" sz="2000" dirty="0"/>
              <a:t> </a:t>
            </a:r>
            <a:r>
              <a:rPr lang="en-US" sz="2000" dirty="0" err="1"/>
              <a:t>külön-külön</a:t>
            </a:r>
            <a:r>
              <a:rPr lang="en-US" sz="2000" dirty="0"/>
              <a:t> </a:t>
            </a:r>
            <a:r>
              <a:rPr lang="en-US" sz="2000" dirty="0" err="1"/>
              <a:t>vonatkozásokat</a:t>
            </a:r>
            <a:r>
              <a:rPr lang="en-US" sz="2000" dirty="0"/>
              <a:t> </a:t>
            </a:r>
            <a:r>
              <a:rPr lang="en-US" sz="2000" dirty="0" err="1"/>
              <a:t>fedjenek</a:t>
            </a:r>
            <a:r>
              <a:rPr lang="en-US" sz="2000" dirty="0"/>
              <a:t> le</a:t>
            </a:r>
            <a:r>
              <a:rPr lang="hu-HU" sz="2000" dirty="0"/>
              <a:t>.</a:t>
            </a:r>
          </a:p>
        </p:txBody>
      </p:sp>
      <p:sp>
        <p:nvSpPr>
          <p:cNvPr id="104" name="Google Shape;104;p15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sine"/>
                <a:cs typeface="Cousine"/>
                <a:sym typeface="Cousine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1418194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404330" y="658442"/>
            <a:ext cx="8229600" cy="5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VONATKOZÁSOK SZÉTVÁLASZTÁSA</a:t>
            </a:r>
            <a:endParaRPr dirty="0"/>
          </a:p>
        </p:txBody>
      </p:sp>
      <p:sp>
        <p:nvSpPr>
          <p:cNvPr id="110" name="Google Shape;110;p16"/>
          <p:cNvSpPr txBox="1">
            <a:spLocks noGrp="1"/>
          </p:cNvSpPr>
          <p:nvPr>
            <p:ph type="body" idx="1"/>
          </p:nvPr>
        </p:nvSpPr>
        <p:spPr>
          <a:xfrm>
            <a:off x="343225" y="1500000"/>
            <a:ext cx="8290800" cy="48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▪"/>
            </a:pPr>
            <a:r>
              <a:rPr lang="hu-HU" sz="2800" dirty="0" err="1"/>
              <a:t>separation</a:t>
            </a:r>
            <a:r>
              <a:rPr lang="hu-HU" sz="2800" dirty="0"/>
              <a:t> of </a:t>
            </a:r>
            <a:r>
              <a:rPr lang="hu-HU" sz="2800" dirty="0" err="1"/>
              <a:t>concerns</a:t>
            </a:r>
            <a:endParaRPr lang="hu-HU" sz="2800" dirty="0"/>
          </a:p>
          <a:p>
            <a:pPr lvl="0"/>
            <a:r>
              <a:rPr lang="hu-HU" sz="2800" dirty="0"/>
              <a:t>egy programot úgy bontsunk fel különféle részekre, hogy az egyes részek külön-külön vonatkozásokat fedjenek le</a:t>
            </a:r>
          </a:p>
          <a:p>
            <a:pPr lvl="1"/>
            <a:r>
              <a:rPr lang="hu-HU" sz="2000" dirty="0"/>
              <a:t>vonatkozás olyan információk összessége, amelyek befolyásolják a programkódot</a:t>
            </a:r>
          </a:p>
          <a:p>
            <a:pPr lvl="1"/>
            <a:r>
              <a:rPr lang="hu-HU" sz="2000" dirty="0"/>
              <a:t>a vonatkozások megfelelő szétválasztásával szoftverelemeinket úgy tudjuk kialakítani, hogy a lehető legkisebb átfedés alakuljon ki közöttük</a:t>
            </a:r>
            <a:endParaRPr sz="2000" dirty="0"/>
          </a:p>
        </p:txBody>
      </p:sp>
      <p:sp>
        <p:nvSpPr>
          <p:cNvPr id="111" name="Google Shape;111;p16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sine"/>
                <a:cs typeface="Cousine"/>
                <a:sym typeface="Cousine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4078354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ctrTitle" idx="4294967295"/>
          </p:nvPr>
        </p:nvSpPr>
        <p:spPr>
          <a:xfrm>
            <a:off x="685800" y="3748953"/>
            <a:ext cx="7772400" cy="10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 b="1" dirty="0"/>
              <a:t>YAGNI</a:t>
            </a:r>
            <a:endParaRPr sz="3600" b="1" dirty="0"/>
          </a:p>
        </p:txBody>
      </p:sp>
      <p:grpSp>
        <p:nvGrpSpPr>
          <p:cNvPr id="118" name="Google Shape;118;p17"/>
          <p:cNvGrpSpPr/>
          <p:nvPr/>
        </p:nvGrpSpPr>
        <p:grpSpPr>
          <a:xfrm>
            <a:off x="3030219" y="756050"/>
            <a:ext cx="2931161" cy="2815726"/>
            <a:chOff x="3075562" y="756050"/>
            <a:chExt cx="2931161" cy="2815726"/>
          </a:xfrm>
        </p:grpSpPr>
        <p:sp>
          <p:nvSpPr>
            <p:cNvPr id="119" name="Google Shape;119;p17"/>
            <p:cNvSpPr/>
            <p:nvPr/>
          </p:nvSpPr>
          <p:spPr>
            <a:xfrm>
              <a:off x="3950843" y="1762696"/>
              <a:ext cx="1326900" cy="13269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3472643" y="1284496"/>
              <a:ext cx="2283300" cy="22833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5883273" y="1280600"/>
              <a:ext cx="123450" cy="2275725"/>
            </a:xfrm>
            <a:custGeom>
              <a:avLst/>
              <a:gdLst/>
              <a:ahLst/>
              <a:cxnLst/>
              <a:rect l="l" t="t" r="r" b="b"/>
              <a:pathLst>
                <a:path w="4938" h="91029" extrusionOk="0">
                  <a:moveTo>
                    <a:pt x="0" y="0"/>
                  </a:moveTo>
                  <a:lnTo>
                    <a:pt x="4938" y="0"/>
                  </a:lnTo>
                  <a:lnTo>
                    <a:pt x="4938" y="91029"/>
                  </a:lnTo>
                  <a:lnTo>
                    <a:pt x="0" y="91029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"/>
              <a:headEnd type="none" w="med" len="med"/>
              <a:tailEnd type="none" w="med" len="med"/>
            </a:ln>
          </p:spPr>
        </p:sp>
        <p:sp>
          <p:nvSpPr>
            <p:cNvPr id="122" name="Google Shape;122;p17"/>
            <p:cNvSpPr/>
            <p:nvPr/>
          </p:nvSpPr>
          <p:spPr>
            <a:xfrm rot="-5400000">
              <a:off x="4546838" y="-55875"/>
              <a:ext cx="123450" cy="2275725"/>
            </a:xfrm>
            <a:custGeom>
              <a:avLst/>
              <a:gdLst/>
              <a:ahLst/>
              <a:cxnLst/>
              <a:rect l="l" t="t" r="r" b="b"/>
              <a:pathLst>
                <a:path w="4938" h="91029" extrusionOk="0">
                  <a:moveTo>
                    <a:pt x="0" y="0"/>
                  </a:moveTo>
                  <a:lnTo>
                    <a:pt x="4938" y="0"/>
                  </a:lnTo>
                  <a:lnTo>
                    <a:pt x="4938" y="91029"/>
                  </a:lnTo>
                  <a:lnTo>
                    <a:pt x="0" y="91029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8000"/>
              <a:headEnd type="none" w="med" len="med"/>
              <a:tailEnd type="none" w="med" len="med"/>
            </a:ln>
          </p:spPr>
        </p:sp>
        <p:sp>
          <p:nvSpPr>
            <p:cNvPr id="123" name="Google Shape;123;p17"/>
            <p:cNvSpPr/>
            <p:nvPr/>
          </p:nvSpPr>
          <p:spPr>
            <a:xfrm rot="-5400000">
              <a:off x="3075562" y="756050"/>
              <a:ext cx="1326900" cy="13269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triangl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24" name="Google Shape;124;p17"/>
            <p:cNvCxnSpPr/>
            <p:nvPr/>
          </p:nvCxnSpPr>
          <p:spPr>
            <a:xfrm>
              <a:off x="3480293" y="1292146"/>
              <a:ext cx="2268000" cy="22680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5" name="Google Shape;125;p17"/>
            <p:cNvCxnSpPr>
              <a:endCxn id="119" idx="7"/>
            </p:cNvCxnSpPr>
            <p:nvPr/>
          </p:nvCxnSpPr>
          <p:spPr>
            <a:xfrm flipH="1">
              <a:off x="5083423" y="1280516"/>
              <a:ext cx="676500" cy="676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6" name="Google Shape;126;p17"/>
            <p:cNvCxnSpPr/>
            <p:nvPr/>
          </p:nvCxnSpPr>
          <p:spPr>
            <a:xfrm>
              <a:off x="3345288" y="1288325"/>
              <a:ext cx="0" cy="22833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triangle" w="sm" len="sm"/>
              <a:tailEnd type="triangle" w="sm" len="sm"/>
            </a:ln>
          </p:spPr>
        </p:cxnSp>
        <p:cxnSp>
          <p:nvCxnSpPr>
            <p:cNvPr id="127" name="Google Shape;127;p17"/>
            <p:cNvCxnSpPr>
              <a:stCxn id="119" idx="3"/>
            </p:cNvCxnSpPr>
            <p:nvPr/>
          </p:nvCxnSpPr>
          <p:spPr>
            <a:xfrm flipH="1">
              <a:off x="3468663" y="2895276"/>
              <a:ext cx="676500" cy="676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28" name="Google Shape;128;p17"/>
          <p:cNvSpPr/>
          <p:nvPr/>
        </p:nvSpPr>
        <p:spPr>
          <a:xfrm>
            <a:off x="4177025" y="1997048"/>
            <a:ext cx="789947" cy="797788"/>
          </a:xfrm>
          <a:custGeom>
            <a:avLst/>
            <a:gdLst/>
            <a:ahLst/>
            <a:cxnLst/>
            <a:rect l="l" t="t" r="r" b="b"/>
            <a:pathLst>
              <a:path w="17228" h="17399" extrusionOk="0">
                <a:moveTo>
                  <a:pt x="14162" y="439"/>
                </a:moveTo>
                <a:lnTo>
                  <a:pt x="14478" y="512"/>
                </a:lnTo>
                <a:lnTo>
                  <a:pt x="14794" y="609"/>
                </a:lnTo>
                <a:lnTo>
                  <a:pt x="15111" y="755"/>
                </a:lnTo>
                <a:lnTo>
                  <a:pt x="15403" y="925"/>
                </a:lnTo>
                <a:lnTo>
                  <a:pt x="15670" y="1120"/>
                </a:lnTo>
                <a:lnTo>
                  <a:pt x="15914" y="1315"/>
                </a:lnTo>
                <a:lnTo>
                  <a:pt x="16108" y="1534"/>
                </a:lnTo>
                <a:lnTo>
                  <a:pt x="15987" y="1558"/>
                </a:lnTo>
                <a:lnTo>
                  <a:pt x="15889" y="1607"/>
                </a:lnTo>
                <a:lnTo>
                  <a:pt x="15816" y="1655"/>
                </a:lnTo>
                <a:lnTo>
                  <a:pt x="15792" y="1680"/>
                </a:lnTo>
                <a:lnTo>
                  <a:pt x="15768" y="1728"/>
                </a:lnTo>
                <a:lnTo>
                  <a:pt x="15768" y="1777"/>
                </a:lnTo>
                <a:lnTo>
                  <a:pt x="15792" y="1826"/>
                </a:lnTo>
                <a:lnTo>
                  <a:pt x="15865" y="1850"/>
                </a:lnTo>
                <a:lnTo>
                  <a:pt x="15938" y="1874"/>
                </a:lnTo>
                <a:lnTo>
                  <a:pt x="16230" y="1874"/>
                </a:lnTo>
                <a:lnTo>
                  <a:pt x="16352" y="1850"/>
                </a:lnTo>
                <a:lnTo>
                  <a:pt x="16546" y="2166"/>
                </a:lnTo>
                <a:lnTo>
                  <a:pt x="16254" y="2142"/>
                </a:lnTo>
                <a:lnTo>
                  <a:pt x="16011" y="2142"/>
                </a:lnTo>
                <a:lnTo>
                  <a:pt x="15987" y="2166"/>
                </a:lnTo>
                <a:lnTo>
                  <a:pt x="15987" y="2191"/>
                </a:lnTo>
                <a:lnTo>
                  <a:pt x="16133" y="2312"/>
                </a:lnTo>
                <a:lnTo>
                  <a:pt x="16303" y="2410"/>
                </a:lnTo>
                <a:lnTo>
                  <a:pt x="16473" y="2458"/>
                </a:lnTo>
                <a:lnTo>
                  <a:pt x="16668" y="2507"/>
                </a:lnTo>
                <a:lnTo>
                  <a:pt x="16717" y="2750"/>
                </a:lnTo>
                <a:lnTo>
                  <a:pt x="16741" y="2994"/>
                </a:lnTo>
                <a:lnTo>
                  <a:pt x="16522" y="2872"/>
                </a:lnTo>
                <a:lnTo>
                  <a:pt x="16352" y="2799"/>
                </a:lnTo>
                <a:lnTo>
                  <a:pt x="16181" y="2702"/>
                </a:lnTo>
                <a:lnTo>
                  <a:pt x="16011" y="2653"/>
                </a:lnTo>
                <a:lnTo>
                  <a:pt x="15792" y="2653"/>
                </a:lnTo>
                <a:lnTo>
                  <a:pt x="15768" y="2677"/>
                </a:lnTo>
                <a:lnTo>
                  <a:pt x="15768" y="2702"/>
                </a:lnTo>
                <a:lnTo>
                  <a:pt x="15768" y="2726"/>
                </a:lnTo>
                <a:lnTo>
                  <a:pt x="15889" y="2872"/>
                </a:lnTo>
                <a:lnTo>
                  <a:pt x="16035" y="2994"/>
                </a:lnTo>
                <a:lnTo>
                  <a:pt x="16327" y="3213"/>
                </a:lnTo>
                <a:lnTo>
                  <a:pt x="16522" y="3334"/>
                </a:lnTo>
                <a:lnTo>
                  <a:pt x="16619" y="3407"/>
                </a:lnTo>
                <a:lnTo>
                  <a:pt x="16717" y="3456"/>
                </a:lnTo>
                <a:lnTo>
                  <a:pt x="16692" y="3651"/>
                </a:lnTo>
                <a:lnTo>
                  <a:pt x="16619" y="3845"/>
                </a:lnTo>
                <a:lnTo>
                  <a:pt x="16400" y="3602"/>
                </a:lnTo>
                <a:lnTo>
                  <a:pt x="16133" y="3407"/>
                </a:lnTo>
                <a:lnTo>
                  <a:pt x="15987" y="3310"/>
                </a:lnTo>
                <a:lnTo>
                  <a:pt x="15841" y="3237"/>
                </a:lnTo>
                <a:lnTo>
                  <a:pt x="15695" y="3188"/>
                </a:lnTo>
                <a:lnTo>
                  <a:pt x="15524" y="3164"/>
                </a:lnTo>
                <a:lnTo>
                  <a:pt x="15476" y="3188"/>
                </a:lnTo>
                <a:lnTo>
                  <a:pt x="15476" y="3213"/>
                </a:lnTo>
                <a:lnTo>
                  <a:pt x="15476" y="3237"/>
                </a:lnTo>
                <a:lnTo>
                  <a:pt x="15500" y="3261"/>
                </a:lnTo>
                <a:lnTo>
                  <a:pt x="15597" y="3359"/>
                </a:lnTo>
                <a:lnTo>
                  <a:pt x="15695" y="3432"/>
                </a:lnTo>
                <a:lnTo>
                  <a:pt x="15987" y="3699"/>
                </a:lnTo>
                <a:lnTo>
                  <a:pt x="16230" y="3918"/>
                </a:lnTo>
                <a:lnTo>
                  <a:pt x="16449" y="4162"/>
                </a:lnTo>
                <a:lnTo>
                  <a:pt x="16473" y="4186"/>
                </a:lnTo>
                <a:lnTo>
                  <a:pt x="16254" y="4526"/>
                </a:lnTo>
                <a:lnTo>
                  <a:pt x="16206" y="4453"/>
                </a:lnTo>
                <a:lnTo>
                  <a:pt x="16133" y="4380"/>
                </a:lnTo>
                <a:lnTo>
                  <a:pt x="15962" y="4259"/>
                </a:lnTo>
                <a:lnTo>
                  <a:pt x="15646" y="4040"/>
                </a:lnTo>
                <a:lnTo>
                  <a:pt x="15403" y="3821"/>
                </a:lnTo>
                <a:lnTo>
                  <a:pt x="15159" y="3626"/>
                </a:lnTo>
                <a:lnTo>
                  <a:pt x="15111" y="3626"/>
                </a:lnTo>
                <a:lnTo>
                  <a:pt x="15062" y="3651"/>
                </a:lnTo>
                <a:lnTo>
                  <a:pt x="15013" y="3724"/>
                </a:lnTo>
                <a:lnTo>
                  <a:pt x="15013" y="3821"/>
                </a:lnTo>
                <a:lnTo>
                  <a:pt x="15013" y="3894"/>
                </a:lnTo>
                <a:lnTo>
                  <a:pt x="15038" y="3991"/>
                </a:lnTo>
                <a:lnTo>
                  <a:pt x="15135" y="4137"/>
                </a:lnTo>
                <a:lnTo>
                  <a:pt x="15257" y="4283"/>
                </a:lnTo>
                <a:lnTo>
                  <a:pt x="15427" y="4453"/>
                </a:lnTo>
                <a:lnTo>
                  <a:pt x="15622" y="4599"/>
                </a:lnTo>
                <a:lnTo>
                  <a:pt x="15816" y="4745"/>
                </a:lnTo>
                <a:lnTo>
                  <a:pt x="15914" y="4818"/>
                </a:lnTo>
                <a:lnTo>
                  <a:pt x="16011" y="4843"/>
                </a:lnTo>
                <a:lnTo>
                  <a:pt x="15792" y="5135"/>
                </a:lnTo>
                <a:lnTo>
                  <a:pt x="14867" y="4162"/>
                </a:lnTo>
                <a:lnTo>
                  <a:pt x="13967" y="3213"/>
                </a:lnTo>
                <a:lnTo>
                  <a:pt x="13505" y="2750"/>
                </a:lnTo>
                <a:lnTo>
                  <a:pt x="13018" y="2288"/>
                </a:lnTo>
                <a:lnTo>
                  <a:pt x="12531" y="1850"/>
                </a:lnTo>
                <a:lnTo>
                  <a:pt x="12021" y="1461"/>
                </a:lnTo>
                <a:lnTo>
                  <a:pt x="12021" y="1388"/>
                </a:lnTo>
                <a:lnTo>
                  <a:pt x="12118" y="1315"/>
                </a:lnTo>
                <a:lnTo>
                  <a:pt x="12215" y="1242"/>
                </a:lnTo>
                <a:lnTo>
                  <a:pt x="12385" y="1047"/>
                </a:lnTo>
                <a:lnTo>
                  <a:pt x="12629" y="852"/>
                </a:lnTo>
                <a:lnTo>
                  <a:pt x="12921" y="682"/>
                </a:lnTo>
                <a:lnTo>
                  <a:pt x="13213" y="560"/>
                </a:lnTo>
                <a:lnTo>
                  <a:pt x="13505" y="463"/>
                </a:lnTo>
                <a:lnTo>
                  <a:pt x="13675" y="439"/>
                </a:lnTo>
                <a:close/>
                <a:moveTo>
                  <a:pt x="11753" y="1704"/>
                </a:moveTo>
                <a:lnTo>
                  <a:pt x="11826" y="1850"/>
                </a:lnTo>
                <a:lnTo>
                  <a:pt x="11948" y="1972"/>
                </a:lnTo>
                <a:lnTo>
                  <a:pt x="12093" y="2069"/>
                </a:lnTo>
                <a:lnTo>
                  <a:pt x="12385" y="2288"/>
                </a:lnTo>
                <a:lnTo>
                  <a:pt x="12677" y="2531"/>
                </a:lnTo>
                <a:lnTo>
                  <a:pt x="12945" y="2823"/>
                </a:lnTo>
                <a:lnTo>
                  <a:pt x="13480" y="3383"/>
                </a:lnTo>
                <a:lnTo>
                  <a:pt x="14478" y="4453"/>
                </a:lnTo>
                <a:lnTo>
                  <a:pt x="15500" y="5500"/>
                </a:lnTo>
                <a:lnTo>
                  <a:pt x="15111" y="5962"/>
                </a:lnTo>
                <a:lnTo>
                  <a:pt x="14600" y="5500"/>
                </a:lnTo>
                <a:lnTo>
                  <a:pt x="14113" y="5013"/>
                </a:lnTo>
                <a:lnTo>
                  <a:pt x="13213" y="4016"/>
                </a:lnTo>
                <a:lnTo>
                  <a:pt x="12750" y="3529"/>
                </a:lnTo>
                <a:lnTo>
                  <a:pt x="12264" y="3018"/>
                </a:lnTo>
                <a:lnTo>
                  <a:pt x="11777" y="2556"/>
                </a:lnTo>
                <a:lnTo>
                  <a:pt x="11266" y="2093"/>
                </a:lnTo>
                <a:lnTo>
                  <a:pt x="11753" y="1704"/>
                </a:lnTo>
                <a:close/>
                <a:moveTo>
                  <a:pt x="13724" y="5232"/>
                </a:moveTo>
                <a:lnTo>
                  <a:pt x="14235" y="5767"/>
                </a:lnTo>
                <a:lnTo>
                  <a:pt x="14794" y="6278"/>
                </a:lnTo>
                <a:lnTo>
                  <a:pt x="14575" y="6497"/>
                </a:lnTo>
                <a:lnTo>
                  <a:pt x="14259" y="6278"/>
                </a:lnTo>
                <a:lnTo>
                  <a:pt x="13967" y="6035"/>
                </a:lnTo>
                <a:lnTo>
                  <a:pt x="13699" y="5792"/>
                </a:lnTo>
                <a:lnTo>
                  <a:pt x="13432" y="5573"/>
                </a:lnTo>
                <a:lnTo>
                  <a:pt x="13724" y="5232"/>
                </a:lnTo>
                <a:close/>
                <a:moveTo>
                  <a:pt x="13261" y="5767"/>
                </a:moveTo>
                <a:lnTo>
                  <a:pt x="13359" y="5913"/>
                </a:lnTo>
                <a:lnTo>
                  <a:pt x="13456" y="6059"/>
                </a:lnTo>
                <a:lnTo>
                  <a:pt x="13724" y="6303"/>
                </a:lnTo>
                <a:lnTo>
                  <a:pt x="13991" y="6546"/>
                </a:lnTo>
                <a:lnTo>
                  <a:pt x="14137" y="6668"/>
                </a:lnTo>
                <a:lnTo>
                  <a:pt x="14308" y="6765"/>
                </a:lnTo>
                <a:lnTo>
                  <a:pt x="14235" y="6814"/>
                </a:lnTo>
                <a:lnTo>
                  <a:pt x="14137" y="6692"/>
                </a:lnTo>
                <a:lnTo>
                  <a:pt x="13991" y="6595"/>
                </a:lnTo>
                <a:lnTo>
                  <a:pt x="13699" y="6400"/>
                </a:lnTo>
                <a:lnTo>
                  <a:pt x="13359" y="6230"/>
                </a:lnTo>
                <a:lnTo>
                  <a:pt x="13188" y="6132"/>
                </a:lnTo>
                <a:lnTo>
                  <a:pt x="13042" y="6011"/>
                </a:lnTo>
                <a:lnTo>
                  <a:pt x="13261" y="5767"/>
                </a:lnTo>
                <a:close/>
                <a:moveTo>
                  <a:pt x="13018" y="6059"/>
                </a:moveTo>
                <a:lnTo>
                  <a:pt x="13188" y="6303"/>
                </a:lnTo>
                <a:lnTo>
                  <a:pt x="13286" y="6424"/>
                </a:lnTo>
                <a:lnTo>
                  <a:pt x="13407" y="6522"/>
                </a:lnTo>
                <a:lnTo>
                  <a:pt x="14040" y="7008"/>
                </a:lnTo>
                <a:lnTo>
                  <a:pt x="13699" y="7349"/>
                </a:lnTo>
                <a:lnTo>
                  <a:pt x="13675" y="7325"/>
                </a:lnTo>
                <a:lnTo>
                  <a:pt x="13505" y="7227"/>
                </a:lnTo>
                <a:lnTo>
                  <a:pt x="13334" y="7106"/>
                </a:lnTo>
                <a:lnTo>
                  <a:pt x="13018" y="6838"/>
                </a:lnTo>
                <a:lnTo>
                  <a:pt x="12799" y="6668"/>
                </a:lnTo>
                <a:lnTo>
                  <a:pt x="12702" y="6595"/>
                </a:lnTo>
                <a:lnTo>
                  <a:pt x="12580" y="6546"/>
                </a:lnTo>
                <a:lnTo>
                  <a:pt x="12799" y="6303"/>
                </a:lnTo>
                <a:lnTo>
                  <a:pt x="13018" y="6059"/>
                </a:lnTo>
                <a:close/>
                <a:moveTo>
                  <a:pt x="12385" y="6716"/>
                </a:moveTo>
                <a:lnTo>
                  <a:pt x="12483" y="6838"/>
                </a:lnTo>
                <a:lnTo>
                  <a:pt x="12580" y="6935"/>
                </a:lnTo>
                <a:lnTo>
                  <a:pt x="12799" y="7130"/>
                </a:lnTo>
                <a:lnTo>
                  <a:pt x="13091" y="7398"/>
                </a:lnTo>
                <a:lnTo>
                  <a:pt x="13407" y="7617"/>
                </a:lnTo>
                <a:lnTo>
                  <a:pt x="13018" y="8006"/>
                </a:lnTo>
                <a:lnTo>
                  <a:pt x="12921" y="8079"/>
                </a:lnTo>
                <a:lnTo>
                  <a:pt x="12823" y="7909"/>
                </a:lnTo>
                <a:lnTo>
                  <a:pt x="12653" y="7763"/>
                </a:lnTo>
                <a:lnTo>
                  <a:pt x="12312" y="7495"/>
                </a:lnTo>
                <a:lnTo>
                  <a:pt x="12093" y="7325"/>
                </a:lnTo>
                <a:lnTo>
                  <a:pt x="11972" y="7252"/>
                </a:lnTo>
                <a:lnTo>
                  <a:pt x="11850" y="7179"/>
                </a:lnTo>
                <a:lnTo>
                  <a:pt x="12385" y="6716"/>
                </a:lnTo>
                <a:close/>
                <a:moveTo>
                  <a:pt x="11631" y="7373"/>
                </a:moveTo>
                <a:lnTo>
                  <a:pt x="11729" y="7471"/>
                </a:lnTo>
                <a:lnTo>
                  <a:pt x="11850" y="7568"/>
                </a:lnTo>
                <a:lnTo>
                  <a:pt x="12093" y="7738"/>
                </a:lnTo>
                <a:lnTo>
                  <a:pt x="12434" y="8055"/>
                </a:lnTo>
                <a:lnTo>
                  <a:pt x="12556" y="8201"/>
                </a:lnTo>
                <a:lnTo>
                  <a:pt x="12702" y="8322"/>
                </a:lnTo>
                <a:lnTo>
                  <a:pt x="11948" y="9150"/>
                </a:lnTo>
                <a:lnTo>
                  <a:pt x="11680" y="8906"/>
                </a:lnTo>
                <a:lnTo>
                  <a:pt x="11364" y="8687"/>
                </a:lnTo>
                <a:lnTo>
                  <a:pt x="11072" y="8444"/>
                </a:lnTo>
                <a:lnTo>
                  <a:pt x="10780" y="8201"/>
                </a:lnTo>
                <a:lnTo>
                  <a:pt x="11096" y="7860"/>
                </a:lnTo>
                <a:lnTo>
                  <a:pt x="11193" y="7957"/>
                </a:lnTo>
                <a:lnTo>
                  <a:pt x="11291" y="8030"/>
                </a:lnTo>
                <a:lnTo>
                  <a:pt x="11461" y="8176"/>
                </a:lnTo>
                <a:lnTo>
                  <a:pt x="11777" y="8493"/>
                </a:lnTo>
                <a:lnTo>
                  <a:pt x="11972" y="8614"/>
                </a:lnTo>
                <a:lnTo>
                  <a:pt x="12166" y="8736"/>
                </a:lnTo>
                <a:lnTo>
                  <a:pt x="12288" y="8736"/>
                </a:lnTo>
                <a:lnTo>
                  <a:pt x="12337" y="8712"/>
                </a:lnTo>
                <a:lnTo>
                  <a:pt x="12361" y="8639"/>
                </a:lnTo>
                <a:lnTo>
                  <a:pt x="12361" y="8566"/>
                </a:lnTo>
                <a:lnTo>
                  <a:pt x="12337" y="8493"/>
                </a:lnTo>
                <a:lnTo>
                  <a:pt x="12118" y="8322"/>
                </a:lnTo>
                <a:lnTo>
                  <a:pt x="11899" y="8152"/>
                </a:lnTo>
                <a:lnTo>
                  <a:pt x="11461" y="7811"/>
                </a:lnTo>
                <a:lnTo>
                  <a:pt x="11291" y="7690"/>
                </a:lnTo>
                <a:lnTo>
                  <a:pt x="11631" y="7373"/>
                </a:lnTo>
                <a:close/>
                <a:moveTo>
                  <a:pt x="10634" y="8371"/>
                </a:moveTo>
                <a:lnTo>
                  <a:pt x="10731" y="8541"/>
                </a:lnTo>
                <a:lnTo>
                  <a:pt x="10853" y="8687"/>
                </a:lnTo>
                <a:lnTo>
                  <a:pt x="10974" y="8809"/>
                </a:lnTo>
                <a:lnTo>
                  <a:pt x="11145" y="8931"/>
                </a:lnTo>
                <a:lnTo>
                  <a:pt x="11461" y="9150"/>
                </a:lnTo>
                <a:lnTo>
                  <a:pt x="11753" y="9369"/>
                </a:lnTo>
                <a:lnTo>
                  <a:pt x="11461" y="9685"/>
                </a:lnTo>
                <a:lnTo>
                  <a:pt x="11145" y="9442"/>
                </a:lnTo>
                <a:lnTo>
                  <a:pt x="10828" y="9198"/>
                </a:lnTo>
                <a:lnTo>
                  <a:pt x="10585" y="8955"/>
                </a:lnTo>
                <a:lnTo>
                  <a:pt x="10463" y="8833"/>
                </a:lnTo>
                <a:lnTo>
                  <a:pt x="10317" y="8736"/>
                </a:lnTo>
                <a:lnTo>
                  <a:pt x="10634" y="8371"/>
                </a:lnTo>
                <a:close/>
                <a:moveTo>
                  <a:pt x="10196" y="8931"/>
                </a:moveTo>
                <a:lnTo>
                  <a:pt x="10269" y="9052"/>
                </a:lnTo>
                <a:lnTo>
                  <a:pt x="10366" y="9198"/>
                </a:lnTo>
                <a:lnTo>
                  <a:pt x="10609" y="9417"/>
                </a:lnTo>
                <a:lnTo>
                  <a:pt x="10901" y="9709"/>
                </a:lnTo>
                <a:lnTo>
                  <a:pt x="11072" y="9831"/>
                </a:lnTo>
                <a:lnTo>
                  <a:pt x="11242" y="9953"/>
                </a:lnTo>
                <a:lnTo>
                  <a:pt x="10415" y="10853"/>
                </a:lnTo>
                <a:lnTo>
                  <a:pt x="10317" y="10707"/>
                </a:lnTo>
                <a:lnTo>
                  <a:pt x="10196" y="10585"/>
                </a:lnTo>
                <a:lnTo>
                  <a:pt x="9904" y="10366"/>
                </a:lnTo>
                <a:lnTo>
                  <a:pt x="9636" y="10172"/>
                </a:lnTo>
                <a:lnTo>
                  <a:pt x="9466" y="10074"/>
                </a:lnTo>
                <a:lnTo>
                  <a:pt x="9320" y="10001"/>
                </a:lnTo>
                <a:lnTo>
                  <a:pt x="9563" y="9709"/>
                </a:lnTo>
                <a:lnTo>
                  <a:pt x="9782" y="9880"/>
                </a:lnTo>
                <a:lnTo>
                  <a:pt x="10001" y="10026"/>
                </a:lnTo>
                <a:lnTo>
                  <a:pt x="10244" y="10245"/>
                </a:lnTo>
                <a:lnTo>
                  <a:pt x="10390" y="10366"/>
                </a:lnTo>
                <a:lnTo>
                  <a:pt x="10536" y="10464"/>
                </a:lnTo>
                <a:lnTo>
                  <a:pt x="10609" y="10488"/>
                </a:lnTo>
                <a:lnTo>
                  <a:pt x="10658" y="10464"/>
                </a:lnTo>
                <a:lnTo>
                  <a:pt x="10731" y="10439"/>
                </a:lnTo>
                <a:lnTo>
                  <a:pt x="10780" y="10391"/>
                </a:lnTo>
                <a:lnTo>
                  <a:pt x="10804" y="10342"/>
                </a:lnTo>
                <a:lnTo>
                  <a:pt x="10828" y="10269"/>
                </a:lnTo>
                <a:lnTo>
                  <a:pt x="10804" y="10220"/>
                </a:lnTo>
                <a:lnTo>
                  <a:pt x="10755" y="10147"/>
                </a:lnTo>
                <a:lnTo>
                  <a:pt x="10220" y="9734"/>
                </a:lnTo>
                <a:lnTo>
                  <a:pt x="10001" y="9563"/>
                </a:lnTo>
                <a:lnTo>
                  <a:pt x="9904" y="9490"/>
                </a:lnTo>
                <a:lnTo>
                  <a:pt x="9782" y="9442"/>
                </a:lnTo>
                <a:lnTo>
                  <a:pt x="10196" y="8931"/>
                </a:lnTo>
                <a:close/>
                <a:moveTo>
                  <a:pt x="9125" y="10245"/>
                </a:moveTo>
                <a:lnTo>
                  <a:pt x="9247" y="10342"/>
                </a:lnTo>
                <a:lnTo>
                  <a:pt x="9368" y="10415"/>
                </a:lnTo>
                <a:lnTo>
                  <a:pt x="9612" y="10585"/>
                </a:lnTo>
                <a:lnTo>
                  <a:pt x="9904" y="10829"/>
                </a:lnTo>
                <a:lnTo>
                  <a:pt x="10050" y="10950"/>
                </a:lnTo>
                <a:lnTo>
                  <a:pt x="10220" y="11048"/>
                </a:lnTo>
                <a:lnTo>
                  <a:pt x="9685" y="11583"/>
                </a:lnTo>
                <a:lnTo>
                  <a:pt x="9685" y="11534"/>
                </a:lnTo>
                <a:lnTo>
                  <a:pt x="9660" y="11437"/>
                </a:lnTo>
                <a:lnTo>
                  <a:pt x="9587" y="11364"/>
                </a:lnTo>
                <a:lnTo>
                  <a:pt x="9417" y="11218"/>
                </a:lnTo>
                <a:lnTo>
                  <a:pt x="9222" y="11023"/>
                </a:lnTo>
                <a:lnTo>
                  <a:pt x="9028" y="10853"/>
                </a:lnTo>
                <a:lnTo>
                  <a:pt x="8906" y="10756"/>
                </a:lnTo>
                <a:lnTo>
                  <a:pt x="8736" y="10683"/>
                </a:lnTo>
                <a:lnTo>
                  <a:pt x="8833" y="10585"/>
                </a:lnTo>
                <a:lnTo>
                  <a:pt x="9125" y="10245"/>
                </a:lnTo>
                <a:close/>
                <a:moveTo>
                  <a:pt x="8468" y="10926"/>
                </a:moveTo>
                <a:lnTo>
                  <a:pt x="8687" y="11096"/>
                </a:lnTo>
                <a:lnTo>
                  <a:pt x="8930" y="11291"/>
                </a:lnTo>
                <a:lnTo>
                  <a:pt x="9052" y="11437"/>
                </a:lnTo>
                <a:lnTo>
                  <a:pt x="9198" y="11583"/>
                </a:lnTo>
                <a:lnTo>
                  <a:pt x="9271" y="11656"/>
                </a:lnTo>
                <a:lnTo>
                  <a:pt x="9344" y="11705"/>
                </a:lnTo>
                <a:lnTo>
                  <a:pt x="9441" y="11753"/>
                </a:lnTo>
                <a:lnTo>
                  <a:pt x="9539" y="11753"/>
                </a:lnTo>
                <a:lnTo>
                  <a:pt x="8468" y="12824"/>
                </a:lnTo>
                <a:lnTo>
                  <a:pt x="8152" y="12532"/>
                </a:lnTo>
                <a:lnTo>
                  <a:pt x="7811" y="12240"/>
                </a:lnTo>
                <a:lnTo>
                  <a:pt x="7470" y="11899"/>
                </a:lnTo>
                <a:lnTo>
                  <a:pt x="7349" y="11826"/>
                </a:lnTo>
                <a:lnTo>
                  <a:pt x="7738" y="11534"/>
                </a:lnTo>
                <a:lnTo>
                  <a:pt x="7860" y="11705"/>
                </a:lnTo>
                <a:lnTo>
                  <a:pt x="8006" y="11875"/>
                </a:lnTo>
                <a:lnTo>
                  <a:pt x="8371" y="12264"/>
                </a:lnTo>
                <a:lnTo>
                  <a:pt x="8517" y="12434"/>
                </a:lnTo>
                <a:lnTo>
                  <a:pt x="8590" y="12483"/>
                </a:lnTo>
                <a:lnTo>
                  <a:pt x="8687" y="12507"/>
                </a:lnTo>
                <a:lnTo>
                  <a:pt x="8736" y="12507"/>
                </a:lnTo>
                <a:lnTo>
                  <a:pt x="8809" y="12483"/>
                </a:lnTo>
                <a:lnTo>
                  <a:pt x="8833" y="12434"/>
                </a:lnTo>
                <a:lnTo>
                  <a:pt x="8857" y="12386"/>
                </a:lnTo>
                <a:lnTo>
                  <a:pt x="8857" y="12289"/>
                </a:lnTo>
                <a:lnTo>
                  <a:pt x="8809" y="12191"/>
                </a:lnTo>
                <a:lnTo>
                  <a:pt x="8760" y="12094"/>
                </a:lnTo>
                <a:lnTo>
                  <a:pt x="8663" y="11997"/>
                </a:lnTo>
                <a:lnTo>
                  <a:pt x="8492" y="11826"/>
                </a:lnTo>
                <a:lnTo>
                  <a:pt x="8322" y="11680"/>
                </a:lnTo>
                <a:lnTo>
                  <a:pt x="8152" y="11510"/>
                </a:lnTo>
                <a:lnTo>
                  <a:pt x="7957" y="11364"/>
                </a:lnTo>
                <a:lnTo>
                  <a:pt x="8468" y="10926"/>
                </a:lnTo>
                <a:close/>
                <a:moveTo>
                  <a:pt x="11047" y="2312"/>
                </a:moveTo>
                <a:lnTo>
                  <a:pt x="11120" y="2434"/>
                </a:lnTo>
                <a:lnTo>
                  <a:pt x="11218" y="2531"/>
                </a:lnTo>
                <a:lnTo>
                  <a:pt x="11437" y="2750"/>
                </a:lnTo>
                <a:lnTo>
                  <a:pt x="11850" y="3213"/>
                </a:lnTo>
                <a:lnTo>
                  <a:pt x="11826" y="3213"/>
                </a:lnTo>
                <a:lnTo>
                  <a:pt x="11193" y="3748"/>
                </a:lnTo>
                <a:lnTo>
                  <a:pt x="10609" y="4283"/>
                </a:lnTo>
                <a:lnTo>
                  <a:pt x="10025" y="4867"/>
                </a:lnTo>
                <a:lnTo>
                  <a:pt x="9490" y="5500"/>
                </a:lnTo>
                <a:lnTo>
                  <a:pt x="9174" y="5865"/>
                </a:lnTo>
                <a:lnTo>
                  <a:pt x="8857" y="6254"/>
                </a:lnTo>
                <a:lnTo>
                  <a:pt x="8517" y="6595"/>
                </a:lnTo>
                <a:lnTo>
                  <a:pt x="8176" y="6935"/>
                </a:lnTo>
                <a:lnTo>
                  <a:pt x="7373" y="7617"/>
                </a:lnTo>
                <a:lnTo>
                  <a:pt x="6984" y="7933"/>
                </a:lnTo>
                <a:lnTo>
                  <a:pt x="6594" y="8274"/>
                </a:lnTo>
                <a:lnTo>
                  <a:pt x="6229" y="8639"/>
                </a:lnTo>
                <a:lnTo>
                  <a:pt x="5864" y="9004"/>
                </a:lnTo>
                <a:lnTo>
                  <a:pt x="5183" y="9782"/>
                </a:lnTo>
                <a:lnTo>
                  <a:pt x="4502" y="10537"/>
                </a:lnTo>
                <a:lnTo>
                  <a:pt x="4137" y="10902"/>
                </a:lnTo>
                <a:lnTo>
                  <a:pt x="3772" y="11242"/>
                </a:lnTo>
                <a:lnTo>
                  <a:pt x="3115" y="11802"/>
                </a:lnTo>
                <a:lnTo>
                  <a:pt x="2799" y="12118"/>
                </a:lnTo>
                <a:lnTo>
                  <a:pt x="2507" y="12434"/>
                </a:lnTo>
                <a:lnTo>
                  <a:pt x="2263" y="12702"/>
                </a:lnTo>
                <a:lnTo>
                  <a:pt x="2166" y="12848"/>
                </a:lnTo>
                <a:lnTo>
                  <a:pt x="2069" y="13018"/>
                </a:lnTo>
                <a:lnTo>
                  <a:pt x="1850" y="12824"/>
                </a:lnTo>
                <a:lnTo>
                  <a:pt x="1460" y="12459"/>
                </a:lnTo>
                <a:lnTo>
                  <a:pt x="1266" y="12264"/>
                </a:lnTo>
                <a:lnTo>
                  <a:pt x="1047" y="12118"/>
                </a:lnTo>
                <a:lnTo>
                  <a:pt x="1047" y="12070"/>
                </a:lnTo>
                <a:lnTo>
                  <a:pt x="1193" y="11997"/>
                </a:lnTo>
                <a:lnTo>
                  <a:pt x="1339" y="11924"/>
                </a:lnTo>
                <a:lnTo>
                  <a:pt x="1460" y="11826"/>
                </a:lnTo>
                <a:lnTo>
                  <a:pt x="1582" y="11705"/>
                </a:lnTo>
                <a:lnTo>
                  <a:pt x="2020" y="11218"/>
                </a:lnTo>
                <a:lnTo>
                  <a:pt x="2385" y="10853"/>
                </a:lnTo>
                <a:lnTo>
                  <a:pt x="2774" y="10537"/>
                </a:lnTo>
                <a:lnTo>
                  <a:pt x="3577" y="9880"/>
                </a:lnTo>
                <a:lnTo>
                  <a:pt x="3942" y="9539"/>
                </a:lnTo>
                <a:lnTo>
                  <a:pt x="4307" y="9198"/>
                </a:lnTo>
                <a:lnTo>
                  <a:pt x="5037" y="8468"/>
                </a:lnTo>
                <a:lnTo>
                  <a:pt x="5718" y="7738"/>
                </a:lnTo>
                <a:lnTo>
                  <a:pt x="6400" y="7008"/>
                </a:lnTo>
                <a:lnTo>
                  <a:pt x="7081" y="6303"/>
                </a:lnTo>
                <a:lnTo>
                  <a:pt x="7787" y="5621"/>
                </a:lnTo>
                <a:lnTo>
                  <a:pt x="8468" y="4940"/>
                </a:lnTo>
                <a:lnTo>
                  <a:pt x="9149" y="4259"/>
                </a:lnTo>
                <a:lnTo>
                  <a:pt x="10074" y="3261"/>
                </a:lnTo>
                <a:lnTo>
                  <a:pt x="10561" y="2775"/>
                </a:lnTo>
                <a:lnTo>
                  <a:pt x="11047" y="2312"/>
                </a:lnTo>
                <a:close/>
                <a:moveTo>
                  <a:pt x="7154" y="11997"/>
                </a:moveTo>
                <a:lnTo>
                  <a:pt x="7203" y="12094"/>
                </a:lnTo>
                <a:lnTo>
                  <a:pt x="7251" y="12167"/>
                </a:lnTo>
                <a:lnTo>
                  <a:pt x="7422" y="12386"/>
                </a:lnTo>
                <a:lnTo>
                  <a:pt x="7592" y="12580"/>
                </a:lnTo>
                <a:lnTo>
                  <a:pt x="7884" y="12872"/>
                </a:lnTo>
                <a:lnTo>
                  <a:pt x="8030" y="12994"/>
                </a:lnTo>
                <a:lnTo>
                  <a:pt x="8200" y="13091"/>
                </a:lnTo>
                <a:lnTo>
                  <a:pt x="7835" y="13481"/>
                </a:lnTo>
                <a:lnTo>
                  <a:pt x="7811" y="13432"/>
                </a:lnTo>
                <a:lnTo>
                  <a:pt x="7787" y="13408"/>
                </a:lnTo>
                <a:lnTo>
                  <a:pt x="7616" y="13262"/>
                </a:lnTo>
                <a:lnTo>
                  <a:pt x="7446" y="13140"/>
                </a:lnTo>
                <a:lnTo>
                  <a:pt x="7251" y="13018"/>
                </a:lnTo>
                <a:lnTo>
                  <a:pt x="7057" y="12872"/>
                </a:lnTo>
                <a:lnTo>
                  <a:pt x="6716" y="12580"/>
                </a:lnTo>
                <a:lnTo>
                  <a:pt x="6643" y="12532"/>
                </a:lnTo>
                <a:lnTo>
                  <a:pt x="6594" y="12507"/>
                </a:lnTo>
                <a:lnTo>
                  <a:pt x="6862" y="12240"/>
                </a:lnTo>
                <a:lnTo>
                  <a:pt x="7154" y="11997"/>
                </a:lnTo>
                <a:close/>
                <a:moveTo>
                  <a:pt x="6424" y="12702"/>
                </a:moveTo>
                <a:lnTo>
                  <a:pt x="6448" y="12775"/>
                </a:lnTo>
                <a:lnTo>
                  <a:pt x="6473" y="12848"/>
                </a:lnTo>
                <a:lnTo>
                  <a:pt x="6667" y="13043"/>
                </a:lnTo>
                <a:lnTo>
                  <a:pt x="6862" y="13213"/>
                </a:lnTo>
                <a:lnTo>
                  <a:pt x="7032" y="13359"/>
                </a:lnTo>
                <a:lnTo>
                  <a:pt x="7227" y="13481"/>
                </a:lnTo>
                <a:lnTo>
                  <a:pt x="7446" y="13602"/>
                </a:lnTo>
                <a:lnTo>
                  <a:pt x="7568" y="13627"/>
                </a:lnTo>
                <a:lnTo>
                  <a:pt x="7689" y="13627"/>
                </a:lnTo>
                <a:lnTo>
                  <a:pt x="7470" y="13846"/>
                </a:lnTo>
                <a:lnTo>
                  <a:pt x="7300" y="14040"/>
                </a:lnTo>
                <a:lnTo>
                  <a:pt x="7276" y="14016"/>
                </a:lnTo>
                <a:lnTo>
                  <a:pt x="6911" y="13797"/>
                </a:lnTo>
                <a:lnTo>
                  <a:pt x="6570" y="13554"/>
                </a:lnTo>
                <a:lnTo>
                  <a:pt x="6302" y="13335"/>
                </a:lnTo>
                <a:lnTo>
                  <a:pt x="6035" y="13164"/>
                </a:lnTo>
                <a:lnTo>
                  <a:pt x="6108" y="13043"/>
                </a:lnTo>
                <a:lnTo>
                  <a:pt x="6424" y="12702"/>
                </a:lnTo>
                <a:close/>
                <a:moveTo>
                  <a:pt x="5889" y="13335"/>
                </a:moveTo>
                <a:lnTo>
                  <a:pt x="5962" y="13456"/>
                </a:lnTo>
                <a:lnTo>
                  <a:pt x="6059" y="13578"/>
                </a:lnTo>
                <a:lnTo>
                  <a:pt x="6278" y="13797"/>
                </a:lnTo>
                <a:lnTo>
                  <a:pt x="6643" y="14089"/>
                </a:lnTo>
                <a:lnTo>
                  <a:pt x="6813" y="14211"/>
                </a:lnTo>
                <a:lnTo>
                  <a:pt x="7032" y="14308"/>
                </a:lnTo>
                <a:lnTo>
                  <a:pt x="6692" y="14673"/>
                </a:lnTo>
                <a:lnTo>
                  <a:pt x="6619" y="14624"/>
                </a:lnTo>
                <a:lnTo>
                  <a:pt x="6497" y="14600"/>
                </a:lnTo>
                <a:lnTo>
                  <a:pt x="6375" y="14527"/>
                </a:lnTo>
                <a:lnTo>
                  <a:pt x="6254" y="14454"/>
                </a:lnTo>
                <a:lnTo>
                  <a:pt x="6132" y="14381"/>
                </a:lnTo>
                <a:lnTo>
                  <a:pt x="5913" y="14186"/>
                </a:lnTo>
                <a:lnTo>
                  <a:pt x="5718" y="14016"/>
                </a:lnTo>
                <a:lnTo>
                  <a:pt x="5597" y="13943"/>
                </a:lnTo>
                <a:lnTo>
                  <a:pt x="5451" y="13846"/>
                </a:lnTo>
                <a:lnTo>
                  <a:pt x="5889" y="13335"/>
                </a:lnTo>
                <a:close/>
                <a:moveTo>
                  <a:pt x="12191" y="3553"/>
                </a:moveTo>
                <a:lnTo>
                  <a:pt x="12653" y="4040"/>
                </a:lnTo>
                <a:lnTo>
                  <a:pt x="13432" y="4916"/>
                </a:lnTo>
                <a:lnTo>
                  <a:pt x="13164" y="5208"/>
                </a:lnTo>
                <a:lnTo>
                  <a:pt x="12896" y="5500"/>
                </a:lnTo>
                <a:lnTo>
                  <a:pt x="12361" y="6108"/>
                </a:lnTo>
                <a:lnTo>
                  <a:pt x="12045" y="6424"/>
                </a:lnTo>
                <a:lnTo>
                  <a:pt x="11729" y="6716"/>
                </a:lnTo>
                <a:lnTo>
                  <a:pt x="11388" y="7008"/>
                </a:lnTo>
                <a:lnTo>
                  <a:pt x="11047" y="7300"/>
                </a:lnTo>
                <a:lnTo>
                  <a:pt x="10731" y="7617"/>
                </a:lnTo>
                <a:lnTo>
                  <a:pt x="10415" y="7957"/>
                </a:lnTo>
                <a:lnTo>
                  <a:pt x="9806" y="8687"/>
                </a:lnTo>
                <a:lnTo>
                  <a:pt x="9247" y="9417"/>
                </a:lnTo>
                <a:lnTo>
                  <a:pt x="8638" y="10147"/>
                </a:lnTo>
                <a:lnTo>
                  <a:pt x="8346" y="10464"/>
                </a:lnTo>
                <a:lnTo>
                  <a:pt x="8006" y="10756"/>
                </a:lnTo>
                <a:lnTo>
                  <a:pt x="7324" y="11340"/>
                </a:lnTo>
                <a:lnTo>
                  <a:pt x="6643" y="11899"/>
                </a:lnTo>
                <a:lnTo>
                  <a:pt x="6302" y="12191"/>
                </a:lnTo>
                <a:lnTo>
                  <a:pt x="6010" y="12532"/>
                </a:lnTo>
                <a:lnTo>
                  <a:pt x="5475" y="13164"/>
                </a:lnTo>
                <a:lnTo>
                  <a:pt x="4940" y="13773"/>
                </a:lnTo>
                <a:lnTo>
                  <a:pt x="4672" y="14016"/>
                </a:lnTo>
                <a:lnTo>
                  <a:pt x="4404" y="14235"/>
                </a:lnTo>
                <a:lnTo>
                  <a:pt x="4137" y="14454"/>
                </a:lnTo>
                <a:lnTo>
                  <a:pt x="4015" y="14600"/>
                </a:lnTo>
                <a:lnTo>
                  <a:pt x="3918" y="14722"/>
                </a:lnTo>
                <a:lnTo>
                  <a:pt x="3480" y="14284"/>
                </a:lnTo>
                <a:lnTo>
                  <a:pt x="3042" y="13846"/>
                </a:lnTo>
                <a:lnTo>
                  <a:pt x="2361" y="13262"/>
                </a:lnTo>
                <a:lnTo>
                  <a:pt x="2482" y="13164"/>
                </a:lnTo>
                <a:lnTo>
                  <a:pt x="2604" y="13043"/>
                </a:lnTo>
                <a:lnTo>
                  <a:pt x="2774" y="12799"/>
                </a:lnTo>
                <a:lnTo>
                  <a:pt x="3066" y="12507"/>
                </a:lnTo>
                <a:lnTo>
                  <a:pt x="3358" y="12216"/>
                </a:lnTo>
                <a:lnTo>
                  <a:pt x="3967" y="11680"/>
                </a:lnTo>
                <a:lnTo>
                  <a:pt x="4380" y="11315"/>
                </a:lnTo>
                <a:lnTo>
                  <a:pt x="4745" y="10950"/>
                </a:lnTo>
                <a:lnTo>
                  <a:pt x="5475" y="10172"/>
                </a:lnTo>
                <a:lnTo>
                  <a:pt x="6181" y="9393"/>
                </a:lnTo>
                <a:lnTo>
                  <a:pt x="6546" y="9004"/>
                </a:lnTo>
                <a:lnTo>
                  <a:pt x="6935" y="8614"/>
                </a:lnTo>
                <a:lnTo>
                  <a:pt x="7324" y="8274"/>
                </a:lnTo>
                <a:lnTo>
                  <a:pt x="7714" y="7933"/>
                </a:lnTo>
                <a:lnTo>
                  <a:pt x="8517" y="7276"/>
                </a:lnTo>
                <a:lnTo>
                  <a:pt x="8857" y="6935"/>
                </a:lnTo>
                <a:lnTo>
                  <a:pt x="9198" y="6595"/>
                </a:lnTo>
                <a:lnTo>
                  <a:pt x="9514" y="6205"/>
                </a:lnTo>
                <a:lnTo>
                  <a:pt x="9831" y="5840"/>
                </a:lnTo>
                <a:lnTo>
                  <a:pt x="10171" y="5427"/>
                </a:lnTo>
                <a:lnTo>
                  <a:pt x="10488" y="5062"/>
                </a:lnTo>
                <a:lnTo>
                  <a:pt x="10853" y="4697"/>
                </a:lnTo>
                <a:lnTo>
                  <a:pt x="11242" y="4356"/>
                </a:lnTo>
                <a:lnTo>
                  <a:pt x="11729" y="3967"/>
                </a:lnTo>
                <a:lnTo>
                  <a:pt x="11972" y="3772"/>
                </a:lnTo>
                <a:lnTo>
                  <a:pt x="12191" y="3553"/>
                </a:lnTo>
                <a:close/>
                <a:moveTo>
                  <a:pt x="5232" y="14065"/>
                </a:moveTo>
                <a:lnTo>
                  <a:pt x="5353" y="14186"/>
                </a:lnTo>
                <a:lnTo>
                  <a:pt x="5451" y="14308"/>
                </a:lnTo>
                <a:lnTo>
                  <a:pt x="5645" y="14454"/>
                </a:lnTo>
                <a:lnTo>
                  <a:pt x="5816" y="14624"/>
                </a:lnTo>
                <a:lnTo>
                  <a:pt x="5986" y="14770"/>
                </a:lnTo>
                <a:lnTo>
                  <a:pt x="6181" y="14892"/>
                </a:lnTo>
                <a:lnTo>
                  <a:pt x="6375" y="14989"/>
                </a:lnTo>
                <a:lnTo>
                  <a:pt x="6108" y="15281"/>
                </a:lnTo>
                <a:lnTo>
                  <a:pt x="5937" y="15452"/>
                </a:lnTo>
                <a:lnTo>
                  <a:pt x="5937" y="15403"/>
                </a:lnTo>
                <a:lnTo>
                  <a:pt x="5889" y="15354"/>
                </a:lnTo>
                <a:lnTo>
                  <a:pt x="5597" y="15038"/>
                </a:lnTo>
                <a:lnTo>
                  <a:pt x="5280" y="14746"/>
                </a:lnTo>
                <a:lnTo>
                  <a:pt x="5086" y="14576"/>
                </a:lnTo>
                <a:lnTo>
                  <a:pt x="4964" y="14503"/>
                </a:lnTo>
                <a:lnTo>
                  <a:pt x="4867" y="14430"/>
                </a:lnTo>
                <a:lnTo>
                  <a:pt x="5037" y="14284"/>
                </a:lnTo>
                <a:lnTo>
                  <a:pt x="5232" y="14065"/>
                </a:lnTo>
                <a:close/>
                <a:moveTo>
                  <a:pt x="852" y="15476"/>
                </a:moveTo>
                <a:lnTo>
                  <a:pt x="974" y="15598"/>
                </a:lnTo>
                <a:lnTo>
                  <a:pt x="1412" y="16036"/>
                </a:lnTo>
                <a:lnTo>
                  <a:pt x="1363" y="16011"/>
                </a:lnTo>
                <a:lnTo>
                  <a:pt x="1290" y="15987"/>
                </a:lnTo>
                <a:lnTo>
                  <a:pt x="852" y="15476"/>
                </a:lnTo>
                <a:close/>
                <a:moveTo>
                  <a:pt x="4575" y="14673"/>
                </a:moveTo>
                <a:lnTo>
                  <a:pt x="4696" y="14795"/>
                </a:lnTo>
                <a:lnTo>
                  <a:pt x="4818" y="14892"/>
                </a:lnTo>
                <a:lnTo>
                  <a:pt x="5037" y="15087"/>
                </a:lnTo>
                <a:lnTo>
                  <a:pt x="5329" y="15354"/>
                </a:lnTo>
                <a:lnTo>
                  <a:pt x="5597" y="15622"/>
                </a:lnTo>
                <a:lnTo>
                  <a:pt x="5670" y="15671"/>
                </a:lnTo>
                <a:lnTo>
                  <a:pt x="5718" y="15671"/>
                </a:lnTo>
                <a:lnTo>
                  <a:pt x="5378" y="15987"/>
                </a:lnTo>
                <a:lnTo>
                  <a:pt x="5232" y="16109"/>
                </a:lnTo>
                <a:lnTo>
                  <a:pt x="5183" y="16060"/>
                </a:lnTo>
                <a:lnTo>
                  <a:pt x="5110" y="16036"/>
                </a:lnTo>
                <a:lnTo>
                  <a:pt x="4088" y="14916"/>
                </a:lnTo>
                <a:lnTo>
                  <a:pt x="4210" y="14868"/>
                </a:lnTo>
                <a:lnTo>
                  <a:pt x="4331" y="14819"/>
                </a:lnTo>
                <a:lnTo>
                  <a:pt x="4453" y="14746"/>
                </a:lnTo>
                <a:lnTo>
                  <a:pt x="4575" y="14673"/>
                </a:lnTo>
                <a:close/>
                <a:moveTo>
                  <a:pt x="755" y="16230"/>
                </a:moveTo>
                <a:lnTo>
                  <a:pt x="1071" y="16498"/>
                </a:lnTo>
                <a:lnTo>
                  <a:pt x="1071" y="16522"/>
                </a:lnTo>
                <a:lnTo>
                  <a:pt x="998" y="16474"/>
                </a:lnTo>
                <a:lnTo>
                  <a:pt x="925" y="16449"/>
                </a:lnTo>
                <a:lnTo>
                  <a:pt x="852" y="16376"/>
                </a:lnTo>
                <a:lnTo>
                  <a:pt x="755" y="16230"/>
                </a:lnTo>
                <a:close/>
                <a:moveTo>
                  <a:pt x="1047" y="12532"/>
                </a:moveTo>
                <a:lnTo>
                  <a:pt x="1168" y="12678"/>
                </a:lnTo>
                <a:lnTo>
                  <a:pt x="1314" y="12824"/>
                </a:lnTo>
                <a:lnTo>
                  <a:pt x="1582" y="13067"/>
                </a:lnTo>
                <a:lnTo>
                  <a:pt x="2166" y="13602"/>
                </a:lnTo>
                <a:lnTo>
                  <a:pt x="2750" y="14113"/>
                </a:lnTo>
                <a:lnTo>
                  <a:pt x="3018" y="14357"/>
                </a:lnTo>
                <a:lnTo>
                  <a:pt x="3261" y="14600"/>
                </a:lnTo>
                <a:lnTo>
                  <a:pt x="3723" y="15135"/>
                </a:lnTo>
                <a:lnTo>
                  <a:pt x="4185" y="15646"/>
                </a:lnTo>
                <a:lnTo>
                  <a:pt x="4672" y="16157"/>
                </a:lnTo>
                <a:lnTo>
                  <a:pt x="4404" y="16230"/>
                </a:lnTo>
                <a:lnTo>
                  <a:pt x="4112" y="16303"/>
                </a:lnTo>
                <a:lnTo>
                  <a:pt x="3553" y="16376"/>
                </a:lnTo>
                <a:lnTo>
                  <a:pt x="2969" y="16425"/>
                </a:lnTo>
                <a:lnTo>
                  <a:pt x="2409" y="16498"/>
                </a:lnTo>
                <a:lnTo>
                  <a:pt x="2288" y="16522"/>
                </a:lnTo>
                <a:lnTo>
                  <a:pt x="2263" y="16474"/>
                </a:lnTo>
                <a:lnTo>
                  <a:pt x="2142" y="16230"/>
                </a:lnTo>
                <a:lnTo>
                  <a:pt x="1996" y="16011"/>
                </a:lnTo>
                <a:lnTo>
                  <a:pt x="1801" y="15792"/>
                </a:lnTo>
                <a:lnTo>
                  <a:pt x="1606" y="15598"/>
                </a:lnTo>
                <a:lnTo>
                  <a:pt x="1168" y="15233"/>
                </a:lnTo>
                <a:lnTo>
                  <a:pt x="730" y="14892"/>
                </a:lnTo>
                <a:lnTo>
                  <a:pt x="779" y="14600"/>
                </a:lnTo>
                <a:lnTo>
                  <a:pt x="925" y="13262"/>
                </a:lnTo>
                <a:lnTo>
                  <a:pt x="1047" y="12532"/>
                </a:lnTo>
                <a:close/>
                <a:moveTo>
                  <a:pt x="1436" y="16644"/>
                </a:moveTo>
                <a:lnTo>
                  <a:pt x="1533" y="16717"/>
                </a:lnTo>
                <a:lnTo>
                  <a:pt x="1387" y="16741"/>
                </a:lnTo>
                <a:lnTo>
                  <a:pt x="1436" y="16644"/>
                </a:lnTo>
                <a:close/>
                <a:moveTo>
                  <a:pt x="536" y="16741"/>
                </a:moveTo>
                <a:lnTo>
                  <a:pt x="584" y="16766"/>
                </a:lnTo>
                <a:lnTo>
                  <a:pt x="609" y="16766"/>
                </a:lnTo>
                <a:lnTo>
                  <a:pt x="682" y="16814"/>
                </a:lnTo>
                <a:lnTo>
                  <a:pt x="779" y="16839"/>
                </a:lnTo>
                <a:lnTo>
                  <a:pt x="876" y="16839"/>
                </a:lnTo>
                <a:lnTo>
                  <a:pt x="974" y="16814"/>
                </a:lnTo>
                <a:lnTo>
                  <a:pt x="974" y="16839"/>
                </a:lnTo>
                <a:lnTo>
                  <a:pt x="755" y="16887"/>
                </a:lnTo>
                <a:lnTo>
                  <a:pt x="511" y="16936"/>
                </a:lnTo>
                <a:lnTo>
                  <a:pt x="536" y="16741"/>
                </a:lnTo>
                <a:close/>
                <a:moveTo>
                  <a:pt x="13967" y="1"/>
                </a:moveTo>
                <a:lnTo>
                  <a:pt x="13602" y="25"/>
                </a:lnTo>
                <a:lnTo>
                  <a:pt x="13261" y="74"/>
                </a:lnTo>
                <a:lnTo>
                  <a:pt x="12945" y="195"/>
                </a:lnTo>
                <a:lnTo>
                  <a:pt x="12629" y="341"/>
                </a:lnTo>
                <a:lnTo>
                  <a:pt x="12337" y="560"/>
                </a:lnTo>
                <a:lnTo>
                  <a:pt x="12021" y="828"/>
                </a:lnTo>
                <a:lnTo>
                  <a:pt x="11875" y="974"/>
                </a:lnTo>
                <a:lnTo>
                  <a:pt x="11826" y="1071"/>
                </a:lnTo>
                <a:lnTo>
                  <a:pt x="11777" y="1169"/>
                </a:lnTo>
                <a:lnTo>
                  <a:pt x="11704" y="1193"/>
                </a:lnTo>
                <a:lnTo>
                  <a:pt x="11339" y="1485"/>
                </a:lnTo>
                <a:lnTo>
                  <a:pt x="10999" y="1777"/>
                </a:lnTo>
                <a:lnTo>
                  <a:pt x="10317" y="2385"/>
                </a:lnTo>
                <a:lnTo>
                  <a:pt x="9685" y="3042"/>
                </a:lnTo>
                <a:lnTo>
                  <a:pt x="9052" y="3699"/>
                </a:lnTo>
                <a:lnTo>
                  <a:pt x="8395" y="4405"/>
                </a:lnTo>
                <a:lnTo>
                  <a:pt x="7714" y="5086"/>
                </a:lnTo>
                <a:lnTo>
                  <a:pt x="7032" y="5743"/>
                </a:lnTo>
                <a:lnTo>
                  <a:pt x="6351" y="6449"/>
                </a:lnTo>
                <a:lnTo>
                  <a:pt x="4964" y="7933"/>
                </a:lnTo>
                <a:lnTo>
                  <a:pt x="4258" y="8663"/>
                </a:lnTo>
                <a:lnTo>
                  <a:pt x="3894" y="9004"/>
                </a:lnTo>
                <a:lnTo>
                  <a:pt x="3529" y="9344"/>
                </a:lnTo>
                <a:lnTo>
                  <a:pt x="2190" y="10537"/>
                </a:lnTo>
                <a:lnTo>
                  <a:pt x="1558" y="11145"/>
                </a:lnTo>
                <a:lnTo>
                  <a:pt x="925" y="11778"/>
                </a:lnTo>
                <a:lnTo>
                  <a:pt x="876" y="11753"/>
                </a:lnTo>
                <a:lnTo>
                  <a:pt x="803" y="11778"/>
                </a:lnTo>
                <a:lnTo>
                  <a:pt x="755" y="11802"/>
                </a:lnTo>
                <a:lnTo>
                  <a:pt x="706" y="11851"/>
                </a:lnTo>
                <a:lnTo>
                  <a:pt x="609" y="12118"/>
                </a:lnTo>
                <a:lnTo>
                  <a:pt x="511" y="12386"/>
                </a:lnTo>
                <a:lnTo>
                  <a:pt x="463" y="12702"/>
                </a:lnTo>
                <a:lnTo>
                  <a:pt x="414" y="12994"/>
                </a:lnTo>
                <a:lnTo>
                  <a:pt x="365" y="13627"/>
                </a:lnTo>
                <a:lnTo>
                  <a:pt x="292" y="14211"/>
                </a:lnTo>
                <a:lnTo>
                  <a:pt x="98" y="15646"/>
                </a:lnTo>
                <a:lnTo>
                  <a:pt x="25" y="16376"/>
                </a:lnTo>
                <a:lnTo>
                  <a:pt x="0" y="16717"/>
                </a:lnTo>
                <a:lnTo>
                  <a:pt x="0" y="17082"/>
                </a:lnTo>
                <a:lnTo>
                  <a:pt x="0" y="17155"/>
                </a:lnTo>
                <a:lnTo>
                  <a:pt x="25" y="17204"/>
                </a:lnTo>
                <a:lnTo>
                  <a:pt x="122" y="17277"/>
                </a:lnTo>
                <a:lnTo>
                  <a:pt x="219" y="17325"/>
                </a:lnTo>
                <a:lnTo>
                  <a:pt x="341" y="17325"/>
                </a:lnTo>
                <a:lnTo>
                  <a:pt x="438" y="17350"/>
                </a:lnTo>
                <a:lnTo>
                  <a:pt x="560" y="17374"/>
                </a:lnTo>
                <a:lnTo>
                  <a:pt x="803" y="17398"/>
                </a:lnTo>
                <a:lnTo>
                  <a:pt x="1047" y="17350"/>
                </a:lnTo>
                <a:lnTo>
                  <a:pt x="1339" y="17301"/>
                </a:lnTo>
                <a:lnTo>
                  <a:pt x="1874" y="17131"/>
                </a:lnTo>
                <a:lnTo>
                  <a:pt x="2312" y="17009"/>
                </a:lnTo>
                <a:lnTo>
                  <a:pt x="2677" y="16936"/>
                </a:lnTo>
                <a:lnTo>
                  <a:pt x="3018" y="16887"/>
                </a:lnTo>
                <a:lnTo>
                  <a:pt x="3723" y="16839"/>
                </a:lnTo>
                <a:lnTo>
                  <a:pt x="4088" y="16790"/>
                </a:lnTo>
                <a:lnTo>
                  <a:pt x="4429" y="16741"/>
                </a:lnTo>
                <a:lnTo>
                  <a:pt x="4769" y="16644"/>
                </a:lnTo>
                <a:lnTo>
                  <a:pt x="5110" y="16522"/>
                </a:lnTo>
                <a:lnTo>
                  <a:pt x="5159" y="16498"/>
                </a:lnTo>
                <a:lnTo>
                  <a:pt x="5207" y="16449"/>
                </a:lnTo>
                <a:lnTo>
                  <a:pt x="5353" y="16401"/>
                </a:lnTo>
                <a:lnTo>
                  <a:pt x="5499" y="16328"/>
                </a:lnTo>
                <a:lnTo>
                  <a:pt x="5645" y="16255"/>
                </a:lnTo>
                <a:lnTo>
                  <a:pt x="5791" y="16133"/>
                </a:lnTo>
                <a:lnTo>
                  <a:pt x="6035" y="15890"/>
                </a:lnTo>
                <a:lnTo>
                  <a:pt x="6254" y="15671"/>
                </a:lnTo>
                <a:lnTo>
                  <a:pt x="6959" y="14965"/>
                </a:lnTo>
                <a:lnTo>
                  <a:pt x="7641" y="14284"/>
                </a:lnTo>
                <a:lnTo>
                  <a:pt x="9101" y="12824"/>
                </a:lnTo>
                <a:lnTo>
                  <a:pt x="10536" y="11364"/>
                </a:lnTo>
                <a:lnTo>
                  <a:pt x="11218" y="10658"/>
                </a:lnTo>
                <a:lnTo>
                  <a:pt x="11875" y="9904"/>
                </a:lnTo>
                <a:lnTo>
                  <a:pt x="12531" y="9174"/>
                </a:lnTo>
                <a:lnTo>
                  <a:pt x="13213" y="8444"/>
                </a:lnTo>
                <a:lnTo>
                  <a:pt x="13870" y="7811"/>
                </a:lnTo>
                <a:lnTo>
                  <a:pt x="14527" y="7179"/>
                </a:lnTo>
                <a:lnTo>
                  <a:pt x="15184" y="6522"/>
                </a:lnTo>
                <a:lnTo>
                  <a:pt x="15500" y="6205"/>
                </a:lnTo>
                <a:lnTo>
                  <a:pt x="15816" y="5840"/>
                </a:lnTo>
                <a:lnTo>
                  <a:pt x="15889" y="5792"/>
                </a:lnTo>
                <a:lnTo>
                  <a:pt x="15987" y="5767"/>
                </a:lnTo>
                <a:lnTo>
                  <a:pt x="16060" y="5694"/>
                </a:lnTo>
                <a:lnTo>
                  <a:pt x="16108" y="5621"/>
                </a:lnTo>
                <a:lnTo>
                  <a:pt x="16133" y="5524"/>
                </a:lnTo>
                <a:lnTo>
                  <a:pt x="16376" y="5208"/>
                </a:lnTo>
                <a:lnTo>
                  <a:pt x="16595" y="4891"/>
                </a:lnTo>
                <a:lnTo>
                  <a:pt x="16814" y="4551"/>
                </a:lnTo>
                <a:lnTo>
                  <a:pt x="16984" y="4210"/>
                </a:lnTo>
                <a:lnTo>
                  <a:pt x="17106" y="3845"/>
                </a:lnTo>
                <a:lnTo>
                  <a:pt x="17203" y="3480"/>
                </a:lnTo>
                <a:lnTo>
                  <a:pt x="17228" y="3140"/>
                </a:lnTo>
                <a:lnTo>
                  <a:pt x="17203" y="2799"/>
                </a:lnTo>
                <a:lnTo>
                  <a:pt x="17130" y="2458"/>
                </a:lnTo>
                <a:lnTo>
                  <a:pt x="17009" y="2142"/>
                </a:lnTo>
                <a:lnTo>
                  <a:pt x="16863" y="1826"/>
                </a:lnTo>
                <a:lnTo>
                  <a:pt x="16668" y="1534"/>
                </a:lnTo>
                <a:lnTo>
                  <a:pt x="16449" y="1266"/>
                </a:lnTo>
                <a:lnTo>
                  <a:pt x="16230" y="998"/>
                </a:lnTo>
                <a:lnTo>
                  <a:pt x="15962" y="779"/>
                </a:lnTo>
                <a:lnTo>
                  <a:pt x="15670" y="560"/>
                </a:lnTo>
                <a:lnTo>
                  <a:pt x="15354" y="390"/>
                </a:lnTo>
                <a:lnTo>
                  <a:pt x="15013" y="244"/>
                </a:lnTo>
                <a:lnTo>
                  <a:pt x="14673" y="122"/>
                </a:lnTo>
                <a:lnTo>
                  <a:pt x="14332" y="49"/>
                </a:lnTo>
                <a:lnTo>
                  <a:pt x="139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sine"/>
                <a:cs typeface="Cousine"/>
                <a:sym typeface="Cousine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2378732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>
            <a:off x="1413600" y="3197139"/>
            <a:ext cx="6316800" cy="1832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hu-HU" dirty="0"/>
              <a:t>YAGNI</a:t>
            </a:r>
            <a:r>
              <a:rPr lang="hu-HU" b="0" dirty="0"/>
              <a:t> (</a:t>
            </a:r>
            <a:r>
              <a:rPr lang="hu-HU" b="0" dirty="0" err="1"/>
              <a:t>You</a:t>
            </a:r>
            <a:r>
              <a:rPr lang="hu-HU" b="0" dirty="0"/>
              <a:t> </a:t>
            </a:r>
            <a:r>
              <a:rPr lang="hu-HU" b="0" dirty="0" err="1"/>
              <a:t>Aren't</a:t>
            </a:r>
            <a:r>
              <a:rPr lang="hu-HU" b="0" dirty="0"/>
              <a:t> </a:t>
            </a:r>
            <a:r>
              <a:rPr lang="hu-HU" b="0" dirty="0" err="1"/>
              <a:t>Gonna</a:t>
            </a:r>
            <a:r>
              <a:rPr lang="hu-HU" b="0" dirty="0"/>
              <a:t> </a:t>
            </a:r>
            <a:r>
              <a:rPr lang="hu-HU" b="0" dirty="0" err="1"/>
              <a:t>Need</a:t>
            </a:r>
            <a:r>
              <a:rPr lang="hu-HU" b="0" dirty="0"/>
              <a:t> </a:t>
            </a:r>
            <a:r>
              <a:rPr lang="hu-HU" b="0" dirty="0" err="1"/>
              <a:t>It</a:t>
            </a:r>
            <a:r>
              <a:rPr lang="hu-HU" b="0" dirty="0"/>
              <a:t>): válaszd mindig a lehető legegyszerűbb, de még működő megoldást</a:t>
            </a:r>
            <a:endParaRPr lang="hu-HU" sz="2000" dirty="0"/>
          </a:p>
        </p:txBody>
      </p:sp>
      <p:sp>
        <p:nvSpPr>
          <p:cNvPr id="104" name="Google Shape;104;p15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sine"/>
                <a:cs typeface="Cousine"/>
                <a:sym typeface="Cousine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sine"/>
              <a:cs typeface="Cousine"/>
              <a:sym typeface="Cousine"/>
            </a:endParaRPr>
          </a:p>
        </p:txBody>
      </p:sp>
    </p:spTree>
    <p:extLst>
      <p:ext uri="{BB962C8B-B14F-4D97-AF65-F5344CB8AC3E}">
        <p14:creationId xmlns:p14="http://schemas.microsoft.com/office/powerpoint/2010/main" val="456098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404330" y="658442"/>
            <a:ext cx="8229600" cy="5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YAGNI</a:t>
            </a:r>
            <a:endParaRPr dirty="0"/>
          </a:p>
        </p:txBody>
      </p:sp>
      <p:sp>
        <p:nvSpPr>
          <p:cNvPr id="110" name="Google Shape;110;p16"/>
          <p:cNvSpPr txBox="1">
            <a:spLocks noGrp="1"/>
          </p:cNvSpPr>
          <p:nvPr>
            <p:ph type="body" idx="1"/>
          </p:nvPr>
        </p:nvSpPr>
        <p:spPr>
          <a:xfrm>
            <a:off x="343225" y="1500000"/>
            <a:ext cx="8290800" cy="48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sz="2000" dirty="0"/>
              <a:t>a túltervezés legtöbbször abból ered, hogy egy konkrét problémára egy általánosabb megoldást adunk</a:t>
            </a:r>
          </a:p>
          <a:p>
            <a:pPr lvl="1"/>
            <a:r>
              <a:rPr lang="hu-HU" sz="1400" dirty="0"/>
              <a:t>egy a jövőben esetlegesen felmerülő igény miatt</a:t>
            </a:r>
            <a:r>
              <a:rPr lang="hu-HU" dirty="0"/>
              <a:t> </a:t>
            </a:r>
            <a:endParaRPr lang="hu-HU" sz="1400" dirty="0"/>
          </a:p>
          <a:p>
            <a:pPr lvl="0"/>
            <a:r>
              <a:rPr lang="hu-HU" sz="2000" dirty="0"/>
              <a:t>a YAGNI elv szerint a jelenleg nem szükséges, de a jövő szempontjából hasznos megoldások számos hátránnyal járnak</a:t>
            </a:r>
          </a:p>
          <a:p>
            <a:pPr lvl="1"/>
            <a:r>
              <a:rPr lang="hu-HU" sz="1400" dirty="0"/>
              <a:t>az erre fordított idő és energia a megvalósítandó alapfunkció rovására megy</a:t>
            </a:r>
          </a:p>
          <a:p>
            <a:pPr lvl="1"/>
            <a:r>
              <a:rPr lang="hu-HU" sz="1400" dirty="0"/>
              <a:t>a járulékos megoldásokat is tesztelni, dokumentálni, stb. kell</a:t>
            </a:r>
          </a:p>
          <a:p>
            <a:pPr lvl="1"/>
            <a:r>
              <a:rPr lang="hu-HU" sz="1400" dirty="0"/>
              <a:t>a szoftver feleslegesen naggyá és bonyolultabbá válhat</a:t>
            </a:r>
          </a:p>
          <a:p>
            <a:pPr lvl="1"/>
            <a:r>
              <a:rPr lang="hu-HU" sz="1400" dirty="0"/>
              <a:t>külön specifikáció nélkül a járulékosan hozzáadott dolgokról más fejlesztők nem tudhatnak, nem használják, rosszabb esetben újra lekódolják</a:t>
            </a:r>
          </a:p>
          <a:p>
            <a:r>
              <a:rPr lang="hu-HU" sz="2000" dirty="0"/>
              <a:t>a YAGNI kizárólag állandó </a:t>
            </a:r>
            <a:r>
              <a:rPr lang="hu-HU" sz="2000" dirty="0" err="1"/>
              <a:t>refaktorálással</a:t>
            </a:r>
            <a:r>
              <a:rPr lang="hu-HU" sz="2000" dirty="0"/>
              <a:t>, állandó unit tesztekkel együtt használható</a:t>
            </a:r>
          </a:p>
          <a:p>
            <a:pPr marL="38100" lvl="0" indent="0">
              <a:buNone/>
            </a:pPr>
            <a:r>
              <a:rPr lang="hu-HU" sz="1400" dirty="0">
                <a:hlinkClick r:id="rId3"/>
              </a:rPr>
              <a:t>    https://www.joelonsoftware.com/2009/09/23/the-duct-tape-programmer/</a:t>
            </a:r>
            <a:endParaRPr sz="1400" dirty="0"/>
          </a:p>
        </p:txBody>
      </p:sp>
      <p:sp>
        <p:nvSpPr>
          <p:cNvPr id="111" name="Google Shape;111;p16"/>
          <p:cNvSpPr txBox="1">
            <a:spLocks noGrp="1"/>
          </p:cNvSpPr>
          <p:nvPr>
            <p:ph type="sldNum" idx="12"/>
          </p:nvPr>
        </p:nvSpPr>
        <p:spPr>
          <a:xfrm>
            <a:off x="8523157" y="6391956"/>
            <a:ext cx="461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367AF40E-6C38-4687-BDC2-A41C09F01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225" y="6141570"/>
            <a:ext cx="420660" cy="4206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alentin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Valentin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273</Words>
  <Application>Microsoft Office PowerPoint</Application>
  <PresentationFormat>Diavetítés a képernyőre (4:3 oldalarány)</PresentationFormat>
  <Paragraphs>59</Paragraphs>
  <Slides>16</Slides>
  <Notes>16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2</vt:i4>
      </vt:variant>
      <vt:variant>
        <vt:lpstr>Diacímek</vt:lpstr>
      </vt:variant>
      <vt:variant>
        <vt:i4>16</vt:i4>
      </vt:variant>
    </vt:vector>
  </HeadingPairs>
  <TitlesOfParts>
    <vt:vector size="20" baseType="lpstr">
      <vt:lpstr>Cousine</vt:lpstr>
      <vt:lpstr>Arial</vt:lpstr>
      <vt:lpstr>Valentine template</vt:lpstr>
      <vt:lpstr>1_Valentine template</vt:lpstr>
      <vt:lpstr>PROGRAMTERVEZÉSI MINTÁK: OO TERVEZÉS</vt:lpstr>
      <vt:lpstr>DEMETER TÖRVÉNYE</vt:lpstr>
      <vt:lpstr>PowerPoint-bemutató</vt:lpstr>
      <vt:lpstr>DEMETER TÖRVÉNYE</vt:lpstr>
      <vt:lpstr>DRY</vt:lpstr>
      <vt:lpstr>PowerPoint-bemutató</vt:lpstr>
      <vt:lpstr>DRY</vt:lpstr>
      <vt:lpstr>KISS</vt:lpstr>
      <vt:lpstr>PowerPoint-bemutató</vt:lpstr>
      <vt:lpstr>KISS</vt:lpstr>
      <vt:lpstr>Vonatkozások szétválasztása</vt:lpstr>
      <vt:lpstr>PowerPoint-bemutató</vt:lpstr>
      <vt:lpstr>VONATKOZÁSOK SZÉTVÁLASZTÁSA</vt:lpstr>
      <vt:lpstr>YAGNI</vt:lpstr>
      <vt:lpstr>PowerPoint-bemutató</vt:lpstr>
      <vt:lpstr>YAGNI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PROGRAMTERVEZÉSI MINTÁK: METRIKÁK</dc:title>
  <cp:lastModifiedBy>Gábor Németh</cp:lastModifiedBy>
  <cp:revision>97</cp:revision>
  <dcterms:modified xsi:type="dcterms:W3CDTF">2019-04-26T17:47:07Z</dcterms:modified>
</cp:coreProperties>
</file>